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Albert Sans Black"/>
      <p:bold r:id="rId39"/>
      <p:boldItalic r:id="rId40"/>
    </p:embeddedFont>
    <p:embeddedFont>
      <p:font typeface="Raleway"/>
      <p:regular r:id="rId41"/>
      <p:bold r:id="rId42"/>
      <p:italic r:id="rId43"/>
      <p:boldItalic r:id="rId44"/>
    </p:embeddedFont>
    <p:embeddedFont>
      <p:font typeface="Albert Sans ExtraBold"/>
      <p:bold r:id="rId45"/>
      <p:boldItalic r:id="rId46"/>
    </p:embeddedFont>
    <p:embeddedFont>
      <p:font typeface="Bebas Neue"/>
      <p:regular r:id="rId47"/>
    </p:embeddedFont>
    <p:embeddedFont>
      <p:font typeface="Albert Sans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Black-boldItalic.fntdata"/><Relationship Id="rId42" Type="http://schemas.openxmlformats.org/officeDocument/2006/relationships/font" Target="fonts/Raleway-bold.fntdata"/><Relationship Id="rId41" Type="http://schemas.openxmlformats.org/officeDocument/2006/relationships/font" Target="fonts/Raleway-regular.fntdata"/><Relationship Id="rId44" Type="http://schemas.openxmlformats.org/officeDocument/2006/relationships/font" Target="fonts/Raleway-boldItalic.fntdata"/><Relationship Id="rId43" Type="http://schemas.openxmlformats.org/officeDocument/2006/relationships/font" Target="fonts/Raleway-italic.fntdata"/><Relationship Id="rId46" Type="http://schemas.openxmlformats.org/officeDocument/2006/relationships/font" Target="fonts/AlbertSansExtraBold-boldItalic.fntdata"/><Relationship Id="rId45" Type="http://schemas.openxmlformats.org/officeDocument/2006/relationships/font" Target="fonts/AlbertSans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lbertSans-regular.fntdata"/><Relationship Id="rId47" Type="http://schemas.openxmlformats.org/officeDocument/2006/relationships/font" Target="fonts/BebasNeue-regular.fntdata"/><Relationship Id="rId49" Type="http://schemas.openxmlformats.org/officeDocument/2006/relationships/font" Target="fonts/Albert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AlbertSansBlack-bold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lbertSans-boldItalic.fntdata"/><Relationship Id="rId50" Type="http://schemas.openxmlformats.org/officeDocument/2006/relationships/font" Target="fonts/AlbertSans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c9776d6c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c9776d6c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c9776d6c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c9776d6c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c9776d6c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bc9776d6c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21f8c0b303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21f8c0b303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c9776d6c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c9776d6c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c9776d6c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bc9776d6c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c9776d6c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bc9776d6c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c9776d6c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c9776d6c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c9776d6c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bc9776d6c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c9776d6c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bc9776d6c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c9776d6c8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bc9776d6c8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c9776d6c8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c9776d6c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c9776d6c8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bc9776d6c8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c9776d6c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bc9776d6c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c9776d6c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bc9776d6c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c9776d6c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c9776d6c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c9776d6c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bc9776d6c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c9776d6c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bc9776d6c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bc9776d6c8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bc9776d6c8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bc9776d6c8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bc9776d6c8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bc9776d6c8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bc9776d6c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bc9776d6c8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bc9776d6c8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bc9776d6c8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bc9776d6c8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bc9776d6c8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bc9776d6c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bc9776d6c8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bc9776d6c8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bc9776d6c8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bc9776d6c8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bc9776d6c8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bc9776d6c8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0" y="961350"/>
            <a:ext cx="4572000" cy="27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286000" y="3707600"/>
            <a:ext cx="4572000" cy="3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5465723" y="2374722"/>
            <a:ext cx="5195272" cy="3863270"/>
            <a:chOff x="5465723" y="2374722"/>
            <a:chExt cx="5195272" cy="3863270"/>
          </a:xfrm>
        </p:grpSpPr>
        <p:sp>
          <p:nvSpPr>
            <p:cNvPr id="12" name="Google Shape;12;p2"/>
            <p:cNvSpPr/>
            <p:nvPr/>
          </p:nvSpPr>
          <p:spPr>
            <a:xfrm rot="-816931">
              <a:off x="8792253" y="2447592"/>
              <a:ext cx="757387" cy="1158334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7014848">
              <a:off x="6039245" y="4297872"/>
              <a:ext cx="685660" cy="1707285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1133567">
              <a:off x="8521392" y="3602065"/>
              <a:ext cx="1967813" cy="1388496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2522084">
              <a:off x="8017066" y="4576501"/>
              <a:ext cx="1503985" cy="1328910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-748998" y="-599764"/>
            <a:ext cx="3504148" cy="5030008"/>
            <a:chOff x="-748998" y="-599764"/>
            <a:chExt cx="3504148" cy="5030008"/>
          </a:xfrm>
        </p:grpSpPr>
        <p:sp>
          <p:nvSpPr>
            <p:cNvPr id="17" name="Google Shape;17;p2"/>
            <p:cNvSpPr/>
            <p:nvPr/>
          </p:nvSpPr>
          <p:spPr>
            <a:xfrm rot="7199327">
              <a:off x="-407707" y="2313400"/>
              <a:ext cx="1677505" cy="1356723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48998" y="-350134"/>
              <a:ext cx="1814496" cy="1460824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125168">
              <a:off x="1527432" y="-578078"/>
              <a:ext cx="1209820" cy="1005358"/>
            </a:xfrm>
            <a:custGeom>
              <a:rect b="b" l="l" r="r" t="t"/>
              <a:pathLst>
                <a:path extrusionOk="0" h="23017" w="27698">
                  <a:moveTo>
                    <a:pt x="3664" y="0"/>
                  </a:moveTo>
                  <a:cubicBezTo>
                    <a:pt x="3392" y="0"/>
                    <a:pt x="3117" y="68"/>
                    <a:pt x="2861" y="215"/>
                  </a:cubicBezTo>
                  <a:cubicBezTo>
                    <a:pt x="2260" y="572"/>
                    <a:pt x="1717" y="930"/>
                    <a:pt x="1130" y="1287"/>
                  </a:cubicBezTo>
                  <a:cubicBezTo>
                    <a:pt x="716" y="1516"/>
                    <a:pt x="473" y="1874"/>
                    <a:pt x="358" y="2231"/>
                  </a:cubicBezTo>
                  <a:cubicBezTo>
                    <a:pt x="287" y="2417"/>
                    <a:pt x="287" y="2589"/>
                    <a:pt x="230" y="2774"/>
                  </a:cubicBezTo>
                  <a:cubicBezTo>
                    <a:pt x="1" y="6349"/>
                    <a:pt x="3089" y="8666"/>
                    <a:pt x="6364" y="8794"/>
                  </a:cubicBezTo>
                  <a:cubicBezTo>
                    <a:pt x="6513" y="8802"/>
                    <a:pt x="6661" y="8806"/>
                    <a:pt x="6809" y="8806"/>
                  </a:cubicBezTo>
                  <a:cubicBezTo>
                    <a:pt x="9880" y="8806"/>
                    <a:pt x="12706" y="7231"/>
                    <a:pt x="15786" y="7231"/>
                  </a:cubicBezTo>
                  <a:cubicBezTo>
                    <a:pt x="15886" y="7231"/>
                    <a:pt x="15986" y="7232"/>
                    <a:pt x="16087" y="7236"/>
                  </a:cubicBezTo>
                  <a:cubicBezTo>
                    <a:pt x="16616" y="7293"/>
                    <a:pt x="17217" y="7364"/>
                    <a:pt x="17803" y="7536"/>
                  </a:cubicBezTo>
                  <a:cubicBezTo>
                    <a:pt x="19362" y="8137"/>
                    <a:pt x="20734" y="9152"/>
                    <a:pt x="21621" y="10453"/>
                  </a:cubicBezTo>
                  <a:cubicBezTo>
                    <a:pt x="21807" y="10753"/>
                    <a:pt x="21921" y="11053"/>
                    <a:pt x="21978" y="11411"/>
                  </a:cubicBezTo>
                  <a:cubicBezTo>
                    <a:pt x="22808" y="14514"/>
                    <a:pt x="21449" y="17788"/>
                    <a:pt x="20134" y="20591"/>
                  </a:cubicBezTo>
                  <a:cubicBezTo>
                    <a:pt x="19561" y="21863"/>
                    <a:pt x="20458" y="23016"/>
                    <a:pt x="21542" y="23016"/>
                  </a:cubicBezTo>
                  <a:cubicBezTo>
                    <a:pt x="21921" y="23016"/>
                    <a:pt x="22323" y="22876"/>
                    <a:pt x="22693" y="22550"/>
                  </a:cubicBezTo>
                  <a:cubicBezTo>
                    <a:pt x="26683" y="19218"/>
                    <a:pt x="27698" y="13499"/>
                    <a:pt x="25439" y="9080"/>
                  </a:cubicBezTo>
                  <a:cubicBezTo>
                    <a:pt x="24595" y="7178"/>
                    <a:pt x="23165" y="5577"/>
                    <a:pt x="21206" y="4505"/>
                  </a:cubicBezTo>
                  <a:cubicBezTo>
                    <a:pt x="19432" y="3563"/>
                    <a:pt x="17521" y="3170"/>
                    <a:pt x="15588" y="3170"/>
                  </a:cubicBezTo>
                  <a:cubicBezTo>
                    <a:pt x="14203" y="3170"/>
                    <a:pt x="12807" y="3372"/>
                    <a:pt x="11440" y="3718"/>
                  </a:cubicBezTo>
                  <a:cubicBezTo>
                    <a:pt x="11056" y="3738"/>
                    <a:pt x="10665" y="3752"/>
                    <a:pt x="10276" y="3752"/>
                  </a:cubicBezTo>
                  <a:cubicBezTo>
                    <a:pt x="8126" y="3752"/>
                    <a:pt x="6017" y="3334"/>
                    <a:pt x="5363" y="1216"/>
                  </a:cubicBezTo>
                  <a:cubicBezTo>
                    <a:pt x="5102" y="486"/>
                    <a:pt x="4394" y="0"/>
                    <a:pt x="3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2565492">
              <a:off x="-167996" y="616448"/>
              <a:ext cx="912276" cy="1670604"/>
            </a:xfrm>
            <a:custGeom>
              <a:rect b="b" l="l" r="r" t="t"/>
              <a:pathLst>
                <a:path extrusionOk="0" h="53575" w="29256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2002332">
              <a:off x="-244765" y="3579115"/>
              <a:ext cx="606068" cy="745934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p2"/>
          <p:cNvSpPr/>
          <p:nvPr/>
        </p:nvSpPr>
        <p:spPr>
          <a:xfrm rot="1454775">
            <a:off x="8710090" y="994947"/>
            <a:ext cx="1920566" cy="1044168"/>
          </a:xfrm>
          <a:custGeom>
            <a:rect b="b" l="l" r="r" t="t"/>
            <a:pathLst>
              <a:path extrusionOk="0" h="46940" w="86338">
                <a:moveTo>
                  <a:pt x="21438" y="8862"/>
                </a:moveTo>
                <a:cubicBezTo>
                  <a:pt x="28773" y="8862"/>
                  <a:pt x="34921" y="16171"/>
                  <a:pt x="40509" y="20013"/>
                </a:cubicBezTo>
                <a:cubicBezTo>
                  <a:pt x="46002" y="23760"/>
                  <a:pt x="51630" y="25400"/>
                  <a:pt x="58007" y="25400"/>
                </a:cubicBezTo>
                <a:cubicBezTo>
                  <a:pt x="58834" y="25400"/>
                  <a:pt x="59674" y="25372"/>
                  <a:pt x="60528" y="25318"/>
                </a:cubicBezTo>
                <a:cubicBezTo>
                  <a:pt x="62537" y="25211"/>
                  <a:pt x="64815" y="24996"/>
                  <a:pt x="67096" y="24996"/>
                </a:cubicBezTo>
                <a:cubicBezTo>
                  <a:pt x="71180" y="24996"/>
                  <a:pt x="75276" y="25682"/>
                  <a:pt x="77872" y="28893"/>
                </a:cubicBezTo>
                <a:cubicBezTo>
                  <a:pt x="79717" y="31095"/>
                  <a:pt x="79474" y="33898"/>
                  <a:pt x="77815" y="36214"/>
                </a:cubicBezTo>
                <a:cubicBezTo>
                  <a:pt x="75613" y="39131"/>
                  <a:pt x="71967" y="40203"/>
                  <a:pt x="68463" y="40203"/>
                </a:cubicBezTo>
                <a:cubicBezTo>
                  <a:pt x="60242" y="40146"/>
                  <a:pt x="52792" y="35556"/>
                  <a:pt x="44684" y="34541"/>
                </a:cubicBezTo>
                <a:cubicBezTo>
                  <a:pt x="43279" y="34374"/>
                  <a:pt x="41862" y="34313"/>
                  <a:pt x="40439" y="34313"/>
                </a:cubicBezTo>
                <a:cubicBezTo>
                  <a:pt x="40321" y="34313"/>
                  <a:pt x="40203" y="34313"/>
                  <a:pt x="40086" y="34314"/>
                </a:cubicBezTo>
                <a:lnTo>
                  <a:pt x="40086" y="34314"/>
                </a:lnTo>
                <a:cubicBezTo>
                  <a:pt x="39892" y="34294"/>
                  <a:pt x="39699" y="34274"/>
                  <a:pt x="39508" y="34255"/>
                </a:cubicBezTo>
                <a:cubicBezTo>
                  <a:pt x="33488" y="33597"/>
                  <a:pt x="27111" y="33469"/>
                  <a:pt x="21277" y="31681"/>
                </a:cubicBezTo>
                <a:cubicBezTo>
                  <a:pt x="15843" y="30023"/>
                  <a:pt x="11625" y="25790"/>
                  <a:pt x="11196" y="19885"/>
                </a:cubicBezTo>
                <a:cubicBezTo>
                  <a:pt x="10910" y="14408"/>
                  <a:pt x="15371" y="9103"/>
                  <a:pt x="20919" y="8874"/>
                </a:cubicBezTo>
                <a:cubicBezTo>
                  <a:pt x="21093" y="8866"/>
                  <a:pt x="21266" y="8862"/>
                  <a:pt x="21438" y="8862"/>
                </a:cubicBezTo>
                <a:close/>
                <a:moveTo>
                  <a:pt x="20535" y="0"/>
                </a:moveTo>
                <a:cubicBezTo>
                  <a:pt x="13755" y="0"/>
                  <a:pt x="7403" y="3704"/>
                  <a:pt x="3990" y="9761"/>
                </a:cubicBezTo>
                <a:cubicBezTo>
                  <a:pt x="0" y="16853"/>
                  <a:pt x="887" y="25490"/>
                  <a:pt x="5548" y="31981"/>
                </a:cubicBezTo>
                <a:cubicBezTo>
                  <a:pt x="10421" y="38865"/>
                  <a:pt x="18716" y="41868"/>
                  <a:pt x="26854" y="41868"/>
                </a:cubicBezTo>
                <a:cubicBezTo>
                  <a:pt x="27456" y="41868"/>
                  <a:pt x="28057" y="41852"/>
                  <a:pt x="28655" y="41819"/>
                </a:cubicBezTo>
                <a:cubicBezTo>
                  <a:pt x="31778" y="41649"/>
                  <a:pt x="34839" y="41250"/>
                  <a:pt x="37920" y="40922"/>
                </a:cubicBezTo>
                <a:lnTo>
                  <a:pt x="37920" y="40922"/>
                </a:lnTo>
                <a:cubicBezTo>
                  <a:pt x="40207" y="40952"/>
                  <a:pt x="42501" y="41059"/>
                  <a:pt x="44799" y="41404"/>
                </a:cubicBezTo>
                <a:cubicBezTo>
                  <a:pt x="52936" y="42545"/>
                  <a:pt x="60378" y="46939"/>
                  <a:pt x="68718" y="46939"/>
                </a:cubicBezTo>
                <a:cubicBezTo>
                  <a:pt x="69479" y="46939"/>
                  <a:pt x="70246" y="46903"/>
                  <a:pt x="71023" y="46824"/>
                </a:cubicBezTo>
                <a:cubicBezTo>
                  <a:pt x="78401" y="46109"/>
                  <a:pt x="85737" y="40690"/>
                  <a:pt x="86037" y="32754"/>
                </a:cubicBezTo>
                <a:cubicBezTo>
                  <a:pt x="86337" y="25375"/>
                  <a:pt x="79960" y="20542"/>
                  <a:pt x="73468" y="18641"/>
                </a:cubicBezTo>
                <a:cubicBezTo>
                  <a:pt x="65361" y="16195"/>
                  <a:pt x="56181" y="19055"/>
                  <a:pt x="48502" y="15009"/>
                </a:cubicBezTo>
                <a:cubicBezTo>
                  <a:pt x="39980" y="10590"/>
                  <a:pt x="34260" y="2497"/>
                  <a:pt x="24423" y="409"/>
                </a:cubicBezTo>
                <a:cubicBezTo>
                  <a:pt x="23123" y="134"/>
                  <a:pt x="21821" y="0"/>
                  <a:pt x="205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 rot="-2522084">
            <a:off x="8509459" y="4961546"/>
            <a:ext cx="665554" cy="854229"/>
          </a:xfrm>
          <a:custGeom>
            <a:rect b="b" l="l" r="r" t="t"/>
            <a:pathLst>
              <a:path extrusionOk="0" h="25250" w="19673">
                <a:moveTo>
                  <a:pt x="10265" y="0"/>
                </a:moveTo>
                <a:cubicBezTo>
                  <a:pt x="9882" y="0"/>
                  <a:pt x="9482" y="25"/>
                  <a:pt x="9066" y="76"/>
                </a:cubicBezTo>
                <a:cubicBezTo>
                  <a:pt x="4590" y="619"/>
                  <a:pt x="1559" y="4423"/>
                  <a:pt x="844" y="8712"/>
                </a:cubicBezTo>
                <a:cubicBezTo>
                  <a:pt x="0" y="13302"/>
                  <a:pt x="301" y="19208"/>
                  <a:pt x="1973" y="23612"/>
                </a:cubicBezTo>
                <a:cubicBezTo>
                  <a:pt x="2373" y="24662"/>
                  <a:pt x="3376" y="25249"/>
                  <a:pt x="4343" y="25249"/>
                </a:cubicBezTo>
                <a:cubicBezTo>
                  <a:pt x="5246" y="25249"/>
                  <a:pt x="6117" y="24737"/>
                  <a:pt x="6435" y="23612"/>
                </a:cubicBezTo>
                <a:cubicBezTo>
                  <a:pt x="7393" y="20280"/>
                  <a:pt x="7207" y="16877"/>
                  <a:pt x="7150" y="13488"/>
                </a:cubicBezTo>
                <a:cubicBezTo>
                  <a:pt x="7150" y="11644"/>
                  <a:pt x="7093" y="7411"/>
                  <a:pt x="9538" y="6811"/>
                </a:cubicBezTo>
                <a:cubicBezTo>
                  <a:pt x="9630" y="6789"/>
                  <a:pt x="9719" y="6779"/>
                  <a:pt x="9805" y="6779"/>
                </a:cubicBezTo>
                <a:cubicBezTo>
                  <a:pt x="12821" y="6779"/>
                  <a:pt x="11979" y="19616"/>
                  <a:pt x="11854" y="21410"/>
                </a:cubicBezTo>
                <a:cubicBezTo>
                  <a:pt x="11682" y="23197"/>
                  <a:pt x="13527" y="24742"/>
                  <a:pt x="15200" y="24742"/>
                </a:cubicBezTo>
                <a:cubicBezTo>
                  <a:pt x="17159" y="24742"/>
                  <a:pt x="18474" y="23197"/>
                  <a:pt x="18589" y="21410"/>
                </a:cubicBezTo>
                <a:cubicBezTo>
                  <a:pt x="19111" y="14884"/>
                  <a:pt x="19673" y="0"/>
                  <a:pt x="102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380200" y="2571975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"/>
          <p:cNvSpPr txBox="1"/>
          <p:nvPr>
            <p:ph hasCustomPrompt="1" idx="2" type="title"/>
          </p:nvPr>
        </p:nvSpPr>
        <p:spPr>
          <a:xfrm>
            <a:off x="3991800" y="1422250"/>
            <a:ext cx="11604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>
            <a:off x="5289761" y="-1192727"/>
            <a:ext cx="4464427" cy="5658664"/>
            <a:chOff x="5289761" y="-1192727"/>
            <a:chExt cx="4464427" cy="5658664"/>
          </a:xfrm>
        </p:grpSpPr>
        <p:sp>
          <p:nvSpPr>
            <p:cNvPr id="28" name="Google Shape;28;p3"/>
            <p:cNvSpPr/>
            <p:nvPr/>
          </p:nvSpPr>
          <p:spPr>
            <a:xfrm rot="4619952">
              <a:off x="5212821" y="-814262"/>
              <a:ext cx="1772930" cy="1252309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7279019">
              <a:off x="7733350" y="-561844"/>
              <a:ext cx="1151259" cy="1298147"/>
            </a:xfrm>
            <a:custGeom>
              <a:rect b="b" l="l" r="r" t="t"/>
              <a:pathLst>
                <a:path extrusionOk="0" h="40229" w="35677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1979135">
              <a:off x="8519544" y="2536334"/>
              <a:ext cx="648021" cy="1906911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3419195">
              <a:off x="8311376" y="1800726"/>
              <a:ext cx="1290696" cy="1044186"/>
            </a:xfrm>
            <a:custGeom>
              <a:rect b="b" l="l" r="r" t="t"/>
              <a:pathLst>
                <a:path extrusionOk="0" h="37839" w="46772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7583438">
              <a:off x="8802363" y="2186535"/>
              <a:ext cx="931114" cy="521878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314341">
              <a:off x="8858766" y="691631"/>
              <a:ext cx="279267" cy="27926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858522" y="730195"/>
            <a:ext cx="4096332" cy="5028602"/>
            <a:chOff x="-858522" y="730195"/>
            <a:chExt cx="4096332" cy="5028602"/>
          </a:xfrm>
        </p:grpSpPr>
        <p:sp>
          <p:nvSpPr>
            <p:cNvPr id="35" name="Google Shape;35;p3"/>
            <p:cNvSpPr/>
            <p:nvPr/>
          </p:nvSpPr>
          <p:spPr>
            <a:xfrm rot="4152855">
              <a:off x="-259325" y="997133"/>
              <a:ext cx="931174" cy="521887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4078707">
              <a:off x="-712573" y="1803047"/>
              <a:ext cx="1503977" cy="1328903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4133572">
              <a:off x="-97670" y="2040405"/>
              <a:ext cx="665531" cy="854199"/>
            </a:xfrm>
            <a:custGeom>
              <a:rect b="b" l="l" r="r" t="t"/>
              <a:pathLst>
                <a:path extrusionOk="0" h="25250" w="19673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9544000">
              <a:off x="-364042" y="4032871"/>
              <a:ext cx="1677589" cy="1356790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355837">
              <a:off x="1405000" y="4418266"/>
              <a:ext cx="1772917" cy="1252284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948600" y="1012501"/>
            <a:ext cx="7482300" cy="3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3" name="Google Shape;43;p4"/>
          <p:cNvGrpSpPr/>
          <p:nvPr/>
        </p:nvGrpSpPr>
        <p:grpSpPr>
          <a:xfrm>
            <a:off x="-632933" y="2975295"/>
            <a:ext cx="2990000" cy="2886440"/>
            <a:chOff x="-632933" y="2975295"/>
            <a:chExt cx="2990000" cy="2886440"/>
          </a:xfrm>
        </p:grpSpPr>
        <p:sp>
          <p:nvSpPr>
            <p:cNvPr id="44" name="Google Shape;44;p4"/>
            <p:cNvSpPr/>
            <p:nvPr/>
          </p:nvSpPr>
          <p:spPr>
            <a:xfrm>
              <a:off x="-580273" y="3913941"/>
              <a:ext cx="1814496" cy="1460824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-632933" y="2975295"/>
              <a:ext cx="1715969" cy="1210793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436672">
              <a:off x="511910" y="4502146"/>
              <a:ext cx="1772968" cy="1252333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" name="Google Shape;47;p4"/>
          <p:cNvGrpSpPr/>
          <p:nvPr/>
        </p:nvGrpSpPr>
        <p:grpSpPr>
          <a:xfrm>
            <a:off x="6664985" y="-815951"/>
            <a:ext cx="3375175" cy="3896825"/>
            <a:chOff x="6664985" y="-815951"/>
            <a:chExt cx="3375175" cy="3896825"/>
          </a:xfrm>
        </p:grpSpPr>
        <p:sp>
          <p:nvSpPr>
            <p:cNvPr id="48" name="Google Shape;48;p4"/>
            <p:cNvSpPr/>
            <p:nvPr/>
          </p:nvSpPr>
          <p:spPr>
            <a:xfrm rot="3228475">
              <a:off x="8282378" y="751860"/>
              <a:ext cx="931122" cy="521862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816875">
              <a:off x="8808470" y="-634060"/>
              <a:ext cx="685665" cy="1707315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-2869304">
              <a:off x="7982539" y="1187789"/>
              <a:ext cx="1814420" cy="1460763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9666924">
              <a:off x="6821737" y="-604786"/>
              <a:ext cx="1507647" cy="1219254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4711725" y="3039900"/>
            <a:ext cx="37122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subTitle"/>
          </p:nvPr>
        </p:nvSpPr>
        <p:spPr>
          <a:xfrm>
            <a:off x="948600" y="2159214"/>
            <a:ext cx="37125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3" type="subTitle"/>
          </p:nvPr>
        </p:nvSpPr>
        <p:spPr>
          <a:xfrm>
            <a:off x="948600" y="1718238"/>
            <a:ext cx="3712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4711725" y="2598925"/>
            <a:ext cx="3712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8" name="Google Shape;58;p5"/>
          <p:cNvGrpSpPr/>
          <p:nvPr/>
        </p:nvGrpSpPr>
        <p:grpSpPr>
          <a:xfrm>
            <a:off x="-1169368" y="2999367"/>
            <a:ext cx="4362117" cy="2987242"/>
            <a:chOff x="-1169368" y="2999367"/>
            <a:chExt cx="4362117" cy="2987242"/>
          </a:xfrm>
        </p:grpSpPr>
        <p:sp>
          <p:nvSpPr>
            <p:cNvPr id="59" name="Google Shape;59;p5"/>
            <p:cNvSpPr/>
            <p:nvPr/>
          </p:nvSpPr>
          <p:spPr>
            <a:xfrm rot="3852302">
              <a:off x="1284909" y="4289920"/>
              <a:ext cx="1772759" cy="1252314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 rot="-10381501">
              <a:off x="2308381" y="4340683"/>
              <a:ext cx="855547" cy="526643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 rot="574843">
              <a:off x="171904" y="4232878"/>
              <a:ext cx="1507629" cy="1219235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 rot="-2237294">
              <a:off x="-920541" y="3319118"/>
              <a:ext cx="1503942" cy="1328872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 rot="-2237294">
              <a:off x="-390621" y="3735043"/>
              <a:ext cx="665536" cy="854205"/>
            </a:xfrm>
            <a:custGeom>
              <a:rect b="b" l="l" r="r" t="t"/>
              <a:pathLst>
                <a:path extrusionOk="0" h="25250" w="19673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5"/>
          <p:cNvGrpSpPr/>
          <p:nvPr/>
        </p:nvGrpSpPr>
        <p:grpSpPr>
          <a:xfrm>
            <a:off x="7300875" y="-924727"/>
            <a:ext cx="3021515" cy="3452263"/>
            <a:chOff x="7300875" y="-924727"/>
            <a:chExt cx="3021515" cy="3452263"/>
          </a:xfrm>
        </p:grpSpPr>
        <p:sp>
          <p:nvSpPr>
            <p:cNvPr id="65" name="Google Shape;65;p5"/>
            <p:cNvSpPr/>
            <p:nvPr/>
          </p:nvSpPr>
          <p:spPr>
            <a:xfrm rot="-2188636">
              <a:off x="8781387" y="1529843"/>
              <a:ext cx="606052" cy="745914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 rot="-2700000">
              <a:off x="8151800" y="646611"/>
              <a:ext cx="1967858" cy="1388527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 rot="-1249766">
              <a:off x="8728522" y="186717"/>
              <a:ext cx="711777" cy="776222"/>
              <a:chOff x="7406400" y="661950"/>
              <a:chExt cx="759600" cy="8283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rect b="b" l="l" r="r" t="t"/>
                <a:pathLst>
                  <a:path extrusionOk="0" h="33135" w="30384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rect b="b" l="l" r="r" t="t"/>
                <a:pathLst>
                  <a:path extrusionOk="0" h="27403" w="25954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" name="Google Shape;70;p5"/>
            <p:cNvSpPr/>
            <p:nvPr/>
          </p:nvSpPr>
          <p:spPr>
            <a:xfrm rot="-2968964">
              <a:off x="7729417" y="-348985"/>
              <a:ext cx="555468" cy="1383403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8383760" y="-924727"/>
              <a:ext cx="1503946" cy="1328876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4" name="Google Shape;74;p6"/>
          <p:cNvGrpSpPr/>
          <p:nvPr/>
        </p:nvGrpSpPr>
        <p:grpSpPr>
          <a:xfrm>
            <a:off x="-938686" y="2301317"/>
            <a:ext cx="3251157" cy="4159351"/>
            <a:chOff x="-938686" y="2301317"/>
            <a:chExt cx="3251157" cy="4159351"/>
          </a:xfrm>
        </p:grpSpPr>
        <p:sp>
          <p:nvSpPr>
            <p:cNvPr id="75" name="Google Shape;75;p6"/>
            <p:cNvSpPr/>
            <p:nvPr/>
          </p:nvSpPr>
          <p:spPr>
            <a:xfrm rot="-7423954">
              <a:off x="294048" y="4570212"/>
              <a:ext cx="1814429" cy="1460770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90039" y="3338821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" name="Google Shape;77;p6"/>
            <p:cNvGrpSpPr/>
            <p:nvPr/>
          </p:nvGrpSpPr>
          <p:grpSpPr>
            <a:xfrm rot="6985609">
              <a:off x="-247419" y="4647137"/>
              <a:ext cx="954243" cy="775642"/>
              <a:chOff x="2794650" y="3098825"/>
              <a:chExt cx="1072450" cy="871725"/>
            </a:xfrm>
          </p:grpSpPr>
          <p:sp>
            <p:nvSpPr>
              <p:cNvPr id="78" name="Google Shape;78;p6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rect b="b" l="l" r="r" t="t"/>
                <a:pathLst>
                  <a:path extrusionOk="0" h="34869" w="38703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rect b="b" l="l" r="r" t="t"/>
                <a:pathLst>
                  <a:path extrusionOk="0" h="13698" w="24725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" name="Google Shape;80;p6"/>
            <p:cNvSpPr/>
            <p:nvPr/>
          </p:nvSpPr>
          <p:spPr>
            <a:xfrm>
              <a:off x="-938686" y="3439044"/>
              <a:ext cx="1920589" cy="1044180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 flipH="1" rot="-3168806">
              <a:off x="-48022" y="2248953"/>
              <a:ext cx="555440" cy="1383335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" name="Google Shape;82;p6"/>
          <p:cNvGrpSpPr/>
          <p:nvPr/>
        </p:nvGrpSpPr>
        <p:grpSpPr>
          <a:xfrm>
            <a:off x="6962042" y="-741495"/>
            <a:ext cx="3015794" cy="3288532"/>
            <a:chOff x="6962042" y="-741495"/>
            <a:chExt cx="3015794" cy="3288532"/>
          </a:xfrm>
        </p:grpSpPr>
        <p:sp>
          <p:nvSpPr>
            <p:cNvPr id="83" name="Google Shape;83;p6"/>
            <p:cNvSpPr/>
            <p:nvPr/>
          </p:nvSpPr>
          <p:spPr>
            <a:xfrm>
              <a:off x="8261867" y="969920"/>
              <a:ext cx="1715969" cy="1210793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 rot="3603388">
              <a:off x="7518144" y="-331566"/>
              <a:ext cx="1599212" cy="1129652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8838965" y="-361121"/>
              <a:ext cx="496308" cy="653336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" name="Google Shape;86;p6"/>
            <p:cNvGrpSpPr/>
            <p:nvPr/>
          </p:nvGrpSpPr>
          <p:grpSpPr>
            <a:xfrm rot="-2142625">
              <a:off x="8272667" y="1636128"/>
              <a:ext cx="711724" cy="776164"/>
              <a:chOff x="7406400" y="661950"/>
              <a:chExt cx="759600" cy="828375"/>
            </a:xfrm>
          </p:grpSpPr>
          <p:sp>
            <p:nvSpPr>
              <p:cNvPr id="87" name="Google Shape;87;p6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rect b="b" l="l" r="r" t="t"/>
                <a:pathLst>
                  <a:path extrusionOk="0" h="33135" w="30384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rect b="b" l="l" r="r" t="t"/>
                <a:pathLst>
                  <a:path extrusionOk="0" h="27403" w="25954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" name="Google Shape;89;p6"/>
            <p:cNvSpPr/>
            <p:nvPr/>
          </p:nvSpPr>
          <p:spPr>
            <a:xfrm rot="-971337">
              <a:off x="7054010" y="-246305"/>
              <a:ext cx="606057" cy="745920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title"/>
          </p:nvPr>
        </p:nvSpPr>
        <p:spPr>
          <a:xfrm>
            <a:off x="3489850" y="365760"/>
            <a:ext cx="48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" type="subTitle"/>
          </p:nvPr>
        </p:nvSpPr>
        <p:spPr>
          <a:xfrm>
            <a:off x="3489850" y="1296425"/>
            <a:ext cx="48279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93" name="Google Shape;93;p7"/>
          <p:cNvSpPr/>
          <p:nvPr>
            <p:ph idx="2" type="pic"/>
          </p:nvPr>
        </p:nvSpPr>
        <p:spPr>
          <a:xfrm>
            <a:off x="0" y="0"/>
            <a:ext cx="3381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4" name="Google Shape;94;p7"/>
          <p:cNvGrpSpPr/>
          <p:nvPr/>
        </p:nvGrpSpPr>
        <p:grpSpPr>
          <a:xfrm>
            <a:off x="6038245" y="2846769"/>
            <a:ext cx="3920869" cy="3138046"/>
            <a:chOff x="6038245" y="2846769"/>
            <a:chExt cx="3920869" cy="3138046"/>
          </a:xfrm>
        </p:grpSpPr>
        <p:sp>
          <p:nvSpPr>
            <p:cNvPr id="95" name="Google Shape;95;p7"/>
            <p:cNvSpPr/>
            <p:nvPr/>
          </p:nvSpPr>
          <p:spPr>
            <a:xfrm rot="-436672">
              <a:off x="6110435" y="4491971"/>
              <a:ext cx="1772968" cy="1252333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 rot="7594616">
              <a:off x="8115518" y="4190108"/>
              <a:ext cx="1151312" cy="1298207"/>
            </a:xfrm>
            <a:custGeom>
              <a:rect b="b" l="l" r="r" t="t"/>
              <a:pathLst>
                <a:path extrusionOk="0" h="40229" w="35677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 rot="574843">
              <a:off x="8360529" y="2963728"/>
              <a:ext cx="1507629" cy="1219235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" name="Google Shape;98;p7"/>
            <p:cNvGrpSpPr/>
            <p:nvPr/>
          </p:nvGrpSpPr>
          <p:grpSpPr>
            <a:xfrm rot="2700000">
              <a:off x="7531481" y="4985337"/>
              <a:ext cx="954291" cy="775681"/>
              <a:chOff x="2794650" y="3098825"/>
              <a:chExt cx="1072450" cy="871725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rect b="b" l="l" r="r" t="t"/>
                <a:pathLst>
                  <a:path extrusionOk="0" h="34869" w="38703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rect b="b" l="l" r="r" t="t"/>
                <a:pathLst>
                  <a:path extrusionOk="0" h="13698" w="24725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4090300" y="3877800"/>
            <a:ext cx="4340400" cy="726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hasCustomPrompt="1" type="title"/>
          </p:nvPr>
        </p:nvSpPr>
        <p:spPr>
          <a:xfrm>
            <a:off x="3395250" y="1474275"/>
            <a:ext cx="2353500" cy="10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/>
          <p:nvPr>
            <p:ph idx="1" type="subTitle"/>
          </p:nvPr>
        </p:nvSpPr>
        <p:spPr>
          <a:xfrm>
            <a:off x="2357550" y="2678675"/>
            <a:ext cx="44289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2" name="Google Shape;112;p11"/>
          <p:cNvGrpSpPr/>
          <p:nvPr/>
        </p:nvGrpSpPr>
        <p:grpSpPr>
          <a:xfrm>
            <a:off x="-904557" y="-776042"/>
            <a:ext cx="3063876" cy="4705595"/>
            <a:chOff x="-904557" y="-776042"/>
            <a:chExt cx="3063876" cy="4705595"/>
          </a:xfrm>
        </p:grpSpPr>
        <p:sp>
          <p:nvSpPr>
            <p:cNvPr id="113" name="Google Shape;113;p11"/>
            <p:cNvSpPr/>
            <p:nvPr/>
          </p:nvSpPr>
          <p:spPr>
            <a:xfrm rot="-7787574">
              <a:off x="178217" y="1047644"/>
              <a:ext cx="1677622" cy="1356818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7581271">
              <a:off x="-129031" y="3140532"/>
              <a:ext cx="646687" cy="663759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3095542">
              <a:off x="-764719" y="1836057"/>
              <a:ext cx="1599137" cy="1129685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1324751">
              <a:off x="-402562" y="859906"/>
              <a:ext cx="757399" cy="1158352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 rot="-482724">
              <a:off x="-308584" y="322123"/>
              <a:ext cx="798898" cy="834516"/>
            </a:xfrm>
            <a:custGeom>
              <a:rect b="b" l="l" r="r" t="t"/>
              <a:pathLst>
                <a:path extrusionOk="0" h="32309" w="30930">
                  <a:moveTo>
                    <a:pt x="9983" y="0"/>
                  </a:moveTo>
                  <a:cubicBezTo>
                    <a:pt x="9619" y="0"/>
                    <a:pt x="9243" y="100"/>
                    <a:pt x="8881" y="325"/>
                  </a:cubicBezTo>
                  <a:cubicBezTo>
                    <a:pt x="6564" y="1812"/>
                    <a:pt x="5306" y="4557"/>
                    <a:pt x="4291" y="6988"/>
                  </a:cubicBezTo>
                  <a:cubicBezTo>
                    <a:pt x="3275" y="9490"/>
                    <a:pt x="2332" y="11993"/>
                    <a:pt x="1617" y="14567"/>
                  </a:cubicBezTo>
                  <a:cubicBezTo>
                    <a:pt x="416" y="19214"/>
                    <a:pt x="1" y="24633"/>
                    <a:pt x="2746" y="28865"/>
                  </a:cubicBezTo>
                  <a:cubicBezTo>
                    <a:pt x="4052" y="30905"/>
                    <a:pt x="6041" y="32308"/>
                    <a:pt x="8374" y="32308"/>
                  </a:cubicBezTo>
                  <a:cubicBezTo>
                    <a:pt x="8903" y="32308"/>
                    <a:pt x="9450" y="32236"/>
                    <a:pt x="10010" y="32083"/>
                  </a:cubicBezTo>
                  <a:cubicBezTo>
                    <a:pt x="12641" y="31368"/>
                    <a:pt x="14900" y="29223"/>
                    <a:pt x="16988" y="27550"/>
                  </a:cubicBezTo>
                  <a:cubicBezTo>
                    <a:pt x="21392" y="24147"/>
                    <a:pt x="25510" y="20515"/>
                    <a:pt x="29371" y="16525"/>
                  </a:cubicBezTo>
                  <a:cubicBezTo>
                    <a:pt x="30930" y="14981"/>
                    <a:pt x="30572" y="12350"/>
                    <a:pt x="28728" y="11221"/>
                  </a:cubicBezTo>
                  <a:cubicBezTo>
                    <a:pt x="27991" y="10814"/>
                    <a:pt x="27331" y="10634"/>
                    <a:pt x="26673" y="10634"/>
                  </a:cubicBezTo>
                  <a:cubicBezTo>
                    <a:pt x="25990" y="10634"/>
                    <a:pt x="25310" y="10828"/>
                    <a:pt x="24552" y="11163"/>
                  </a:cubicBezTo>
                  <a:cubicBezTo>
                    <a:pt x="23651" y="11578"/>
                    <a:pt x="23180" y="12422"/>
                    <a:pt x="23065" y="13365"/>
                  </a:cubicBezTo>
                  <a:cubicBezTo>
                    <a:pt x="20563" y="15811"/>
                    <a:pt x="17932" y="18198"/>
                    <a:pt x="15201" y="20458"/>
                  </a:cubicBezTo>
                  <a:cubicBezTo>
                    <a:pt x="13642" y="21716"/>
                    <a:pt x="12098" y="22960"/>
                    <a:pt x="10425" y="24147"/>
                  </a:cubicBezTo>
                  <a:cubicBezTo>
                    <a:pt x="9839" y="24576"/>
                    <a:pt x="9181" y="24990"/>
                    <a:pt x="8523" y="25405"/>
                  </a:cubicBezTo>
                  <a:cubicBezTo>
                    <a:pt x="8466" y="25348"/>
                    <a:pt x="8466" y="25291"/>
                    <a:pt x="8409" y="25219"/>
                  </a:cubicBezTo>
                  <a:cubicBezTo>
                    <a:pt x="8280" y="24862"/>
                    <a:pt x="8051" y="24576"/>
                    <a:pt x="7923" y="24276"/>
                  </a:cubicBezTo>
                  <a:cubicBezTo>
                    <a:pt x="6736" y="21173"/>
                    <a:pt x="7751" y="17598"/>
                    <a:pt x="8638" y="14567"/>
                  </a:cubicBezTo>
                  <a:cubicBezTo>
                    <a:pt x="9238" y="12479"/>
                    <a:pt x="9953" y="10448"/>
                    <a:pt x="10725" y="8418"/>
                  </a:cubicBezTo>
                  <a:cubicBezTo>
                    <a:pt x="11383" y="6459"/>
                    <a:pt x="12398" y="4429"/>
                    <a:pt x="12284" y="2284"/>
                  </a:cubicBezTo>
                  <a:cubicBezTo>
                    <a:pt x="12229" y="1058"/>
                    <a:pt x="11170" y="0"/>
                    <a:pt x="99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07968">
              <a:off x="172339" y="-640353"/>
              <a:ext cx="1920580" cy="1044176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1"/>
          <p:cNvGrpSpPr/>
          <p:nvPr/>
        </p:nvGrpSpPr>
        <p:grpSpPr>
          <a:xfrm>
            <a:off x="6863809" y="1112404"/>
            <a:ext cx="2945252" cy="4756242"/>
            <a:chOff x="6863809" y="1112404"/>
            <a:chExt cx="2945252" cy="4756242"/>
          </a:xfrm>
        </p:grpSpPr>
        <p:sp>
          <p:nvSpPr>
            <p:cNvPr id="120" name="Google Shape;120;p11"/>
            <p:cNvSpPr/>
            <p:nvPr/>
          </p:nvSpPr>
          <p:spPr>
            <a:xfrm rot="574843">
              <a:off x="8156879" y="4532453"/>
              <a:ext cx="1507629" cy="1219235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8787040" y="1112404"/>
              <a:ext cx="496308" cy="653336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8599213" y="1759894"/>
              <a:ext cx="1209849" cy="1005383"/>
            </a:xfrm>
            <a:custGeom>
              <a:rect b="b" l="l" r="r" t="t"/>
              <a:pathLst>
                <a:path extrusionOk="0" h="23017" w="27698">
                  <a:moveTo>
                    <a:pt x="3664" y="0"/>
                  </a:moveTo>
                  <a:cubicBezTo>
                    <a:pt x="3392" y="0"/>
                    <a:pt x="3117" y="68"/>
                    <a:pt x="2861" y="215"/>
                  </a:cubicBezTo>
                  <a:cubicBezTo>
                    <a:pt x="2260" y="572"/>
                    <a:pt x="1717" y="930"/>
                    <a:pt x="1130" y="1287"/>
                  </a:cubicBezTo>
                  <a:cubicBezTo>
                    <a:pt x="716" y="1516"/>
                    <a:pt x="473" y="1874"/>
                    <a:pt x="358" y="2231"/>
                  </a:cubicBezTo>
                  <a:cubicBezTo>
                    <a:pt x="287" y="2417"/>
                    <a:pt x="287" y="2589"/>
                    <a:pt x="230" y="2774"/>
                  </a:cubicBezTo>
                  <a:cubicBezTo>
                    <a:pt x="1" y="6349"/>
                    <a:pt x="3089" y="8666"/>
                    <a:pt x="6364" y="8794"/>
                  </a:cubicBezTo>
                  <a:cubicBezTo>
                    <a:pt x="6513" y="8802"/>
                    <a:pt x="6661" y="8806"/>
                    <a:pt x="6809" y="8806"/>
                  </a:cubicBezTo>
                  <a:cubicBezTo>
                    <a:pt x="9880" y="8806"/>
                    <a:pt x="12706" y="7231"/>
                    <a:pt x="15786" y="7231"/>
                  </a:cubicBezTo>
                  <a:cubicBezTo>
                    <a:pt x="15886" y="7231"/>
                    <a:pt x="15986" y="7232"/>
                    <a:pt x="16087" y="7236"/>
                  </a:cubicBezTo>
                  <a:cubicBezTo>
                    <a:pt x="16616" y="7293"/>
                    <a:pt x="17217" y="7364"/>
                    <a:pt x="17803" y="7536"/>
                  </a:cubicBezTo>
                  <a:cubicBezTo>
                    <a:pt x="19362" y="8137"/>
                    <a:pt x="20734" y="9152"/>
                    <a:pt x="21621" y="10453"/>
                  </a:cubicBezTo>
                  <a:cubicBezTo>
                    <a:pt x="21807" y="10753"/>
                    <a:pt x="21921" y="11053"/>
                    <a:pt x="21978" y="11411"/>
                  </a:cubicBezTo>
                  <a:cubicBezTo>
                    <a:pt x="22808" y="14514"/>
                    <a:pt x="21449" y="17788"/>
                    <a:pt x="20134" y="20591"/>
                  </a:cubicBezTo>
                  <a:cubicBezTo>
                    <a:pt x="19561" y="21863"/>
                    <a:pt x="20458" y="23016"/>
                    <a:pt x="21542" y="23016"/>
                  </a:cubicBezTo>
                  <a:cubicBezTo>
                    <a:pt x="21921" y="23016"/>
                    <a:pt x="22323" y="22876"/>
                    <a:pt x="22693" y="22550"/>
                  </a:cubicBezTo>
                  <a:cubicBezTo>
                    <a:pt x="26683" y="19218"/>
                    <a:pt x="27698" y="13499"/>
                    <a:pt x="25439" y="9080"/>
                  </a:cubicBezTo>
                  <a:cubicBezTo>
                    <a:pt x="24595" y="7178"/>
                    <a:pt x="23165" y="5577"/>
                    <a:pt x="21206" y="4505"/>
                  </a:cubicBezTo>
                  <a:cubicBezTo>
                    <a:pt x="19432" y="3563"/>
                    <a:pt x="17521" y="3170"/>
                    <a:pt x="15588" y="3170"/>
                  </a:cubicBezTo>
                  <a:cubicBezTo>
                    <a:pt x="14203" y="3170"/>
                    <a:pt x="12807" y="3372"/>
                    <a:pt x="11440" y="3718"/>
                  </a:cubicBezTo>
                  <a:cubicBezTo>
                    <a:pt x="11056" y="3738"/>
                    <a:pt x="10665" y="3752"/>
                    <a:pt x="10276" y="3752"/>
                  </a:cubicBezTo>
                  <a:cubicBezTo>
                    <a:pt x="8126" y="3752"/>
                    <a:pt x="6017" y="3334"/>
                    <a:pt x="5363" y="1216"/>
                  </a:cubicBezTo>
                  <a:cubicBezTo>
                    <a:pt x="5102" y="486"/>
                    <a:pt x="4394" y="0"/>
                    <a:pt x="3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591636">
              <a:off x="6775700" y="4524887"/>
              <a:ext cx="1290690" cy="1044181"/>
            </a:xfrm>
            <a:custGeom>
              <a:rect b="b" l="l" r="r" t="t"/>
              <a:pathLst>
                <a:path extrusionOk="0" h="37839" w="46772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7251327" y="4907321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4280618" y="3064825"/>
            <a:ext cx="2834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hasCustomPrompt="1" idx="2" type="title"/>
          </p:nvPr>
        </p:nvSpPr>
        <p:spPr>
          <a:xfrm>
            <a:off x="1972932" y="1494100"/>
            <a:ext cx="731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/>
          <p:nvPr>
            <p:ph hasCustomPrompt="1" idx="3" type="title"/>
          </p:nvPr>
        </p:nvSpPr>
        <p:spPr>
          <a:xfrm>
            <a:off x="3495132" y="3066216"/>
            <a:ext cx="731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/>
          <p:nvPr>
            <p:ph hasCustomPrompt="1" idx="4" type="title"/>
          </p:nvPr>
        </p:nvSpPr>
        <p:spPr>
          <a:xfrm>
            <a:off x="2734932" y="2280158"/>
            <a:ext cx="731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/>
          <p:nvPr>
            <p:ph hasCustomPrompt="1" idx="5" type="title"/>
          </p:nvPr>
        </p:nvSpPr>
        <p:spPr>
          <a:xfrm>
            <a:off x="4258932" y="3852275"/>
            <a:ext cx="7314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/>
          <p:nvPr>
            <p:ph idx="6" type="subTitle"/>
          </p:nvPr>
        </p:nvSpPr>
        <p:spPr>
          <a:xfrm>
            <a:off x="2756618" y="1490175"/>
            <a:ext cx="2834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7" type="subTitle"/>
          </p:nvPr>
        </p:nvSpPr>
        <p:spPr>
          <a:xfrm>
            <a:off x="3518618" y="2277500"/>
            <a:ext cx="2834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8" type="subTitle"/>
          </p:nvPr>
        </p:nvSpPr>
        <p:spPr>
          <a:xfrm>
            <a:off x="5042618" y="3852150"/>
            <a:ext cx="2835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36" name="Google Shape;136;p13"/>
          <p:cNvGrpSpPr/>
          <p:nvPr/>
        </p:nvGrpSpPr>
        <p:grpSpPr>
          <a:xfrm>
            <a:off x="6072433" y="-547482"/>
            <a:ext cx="3998631" cy="3773692"/>
            <a:chOff x="6072433" y="-547482"/>
            <a:chExt cx="3998631" cy="3773692"/>
          </a:xfrm>
        </p:grpSpPr>
        <p:sp>
          <p:nvSpPr>
            <p:cNvPr id="137" name="Google Shape;137;p13"/>
            <p:cNvSpPr/>
            <p:nvPr/>
          </p:nvSpPr>
          <p:spPr>
            <a:xfrm rot="-3418479">
              <a:off x="6632200" y="-648480"/>
              <a:ext cx="685656" cy="1707316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flipH="1" rot="-1872728">
              <a:off x="8009406" y="568450"/>
              <a:ext cx="1814475" cy="146080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rot="-392">
              <a:off x="8066269" y="-454991"/>
              <a:ext cx="1599218" cy="1129592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" name="Google Shape;140;p13"/>
            <p:cNvGrpSpPr/>
            <p:nvPr/>
          </p:nvGrpSpPr>
          <p:grpSpPr>
            <a:xfrm rot="-1104125">
              <a:off x="8790986" y="2183651"/>
              <a:ext cx="711756" cy="776200"/>
              <a:chOff x="7406400" y="661950"/>
              <a:chExt cx="759600" cy="828375"/>
            </a:xfrm>
          </p:grpSpPr>
          <p:sp>
            <p:nvSpPr>
              <p:cNvPr id="141" name="Google Shape;141;p13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rect b="b" l="l" r="r" t="t"/>
                <a:pathLst>
                  <a:path extrusionOk="0" h="33135" w="30384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rect b="b" l="l" r="r" t="t"/>
                <a:pathLst>
                  <a:path extrusionOk="0" h="27403" w="25954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3" name="Google Shape;143;p13"/>
            <p:cNvSpPr/>
            <p:nvPr/>
          </p:nvSpPr>
          <p:spPr>
            <a:xfrm rot="7660097">
              <a:off x="8434889" y="1874303"/>
              <a:ext cx="1290635" cy="1044136"/>
            </a:xfrm>
            <a:custGeom>
              <a:rect b="b" l="l" r="r" t="t"/>
              <a:pathLst>
                <a:path extrusionOk="0" h="37839" w="46772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rot="-5177878">
              <a:off x="7285456" y="-442728"/>
              <a:ext cx="653736" cy="670994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3"/>
          <p:cNvGrpSpPr/>
          <p:nvPr/>
        </p:nvGrpSpPr>
        <p:grpSpPr>
          <a:xfrm>
            <a:off x="-425926" y="2924561"/>
            <a:ext cx="3130254" cy="2442748"/>
            <a:chOff x="-425926" y="2924561"/>
            <a:chExt cx="3130254" cy="2442748"/>
          </a:xfrm>
        </p:grpSpPr>
        <p:sp>
          <p:nvSpPr>
            <p:cNvPr id="146" name="Google Shape;146;p13"/>
            <p:cNvSpPr/>
            <p:nvPr/>
          </p:nvSpPr>
          <p:spPr>
            <a:xfrm rot="-4771677">
              <a:off x="737595" y="4628559"/>
              <a:ext cx="606074" cy="745941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4442701">
              <a:off x="-341291" y="3826243"/>
              <a:ext cx="646708" cy="663781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rot="-10381501">
              <a:off x="-265569" y="2974558"/>
              <a:ext cx="855547" cy="526643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13"/>
            <p:cNvGrpSpPr/>
            <p:nvPr/>
          </p:nvGrpSpPr>
          <p:grpSpPr>
            <a:xfrm>
              <a:off x="1631449" y="4436396"/>
              <a:ext cx="1072879" cy="872074"/>
              <a:chOff x="2794650" y="3098825"/>
              <a:chExt cx="1072450" cy="871725"/>
            </a:xfrm>
          </p:grpSpPr>
          <p:sp>
            <p:nvSpPr>
              <p:cNvPr id="150" name="Google Shape;150;p13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rect b="b" l="l" r="r" t="t"/>
                <a:pathLst>
                  <a:path extrusionOk="0" h="34869" w="38703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rect b="b" l="l" r="r" t="t"/>
                <a:pathLst>
                  <a:path extrusionOk="0" h="13698" w="24725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2" name="Google Shape;152;p13"/>
            <p:cNvSpPr/>
            <p:nvPr/>
          </p:nvSpPr>
          <p:spPr>
            <a:xfrm rot="4739332">
              <a:off x="145417" y="4084517"/>
              <a:ext cx="598424" cy="1490387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5" name="Google Shape;155;p14"/>
          <p:cNvGrpSpPr/>
          <p:nvPr/>
        </p:nvGrpSpPr>
        <p:grpSpPr>
          <a:xfrm>
            <a:off x="-777973" y="-732473"/>
            <a:ext cx="3019728" cy="3366093"/>
            <a:chOff x="-777973" y="-732473"/>
            <a:chExt cx="3019728" cy="3366093"/>
          </a:xfrm>
        </p:grpSpPr>
        <p:sp>
          <p:nvSpPr>
            <p:cNvPr id="156" name="Google Shape;156;p14"/>
            <p:cNvSpPr/>
            <p:nvPr/>
          </p:nvSpPr>
          <p:spPr>
            <a:xfrm flipH="1" rot="1417574">
              <a:off x="-596827" y="1163313"/>
              <a:ext cx="1507602" cy="1219309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 rot="8477757">
              <a:off x="-143341" y="-246652"/>
              <a:ext cx="1920623" cy="1044199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 rot="-10535582">
              <a:off x="-282386" y="789083"/>
              <a:ext cx="1084368" cy="521901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948602" y="-71004"/>
              <a:ext cx="279300" cy="279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 rot="-4292435">
              <a:off x="1501217" y="-374858"/>
              <a:ext cx="646695" cy="663768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6961754" y="1938759"/>
            <a:ext cx="2931745" cy="4179817"/>
            <a:chOff x="6961754" y="1938759"/>
            <a:chExt cx="2931745" cy="4179817"/>
          </a:xfrm>
        </p:grpSpPr>
        <p:sp>
          <p:nvSpPr>
            <p:cNvPr id="162" name="Google Shape;162;p14"/>
            <p:cNvSpPr/>
            <p:nvPr/>
          </p:nvSpPr>
          <p:spPr>
            <a:xfrm rot="891527">
              <a:off x="8205586" y="2064668"/>
              <a:ext cx="1151263" cy="1298152"/>
            </a:xfrm>
            <a:custGeom>
              <a:rect b="b" l="l" r="r" t="t"/>
              <a:pathLst>
                <a:path extrusionOk="0" h="40229" w="35677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 rot="-392">
              <a:off x="8237744" y="2977522"/>
              <a:ext cx="1599218" cy="1129592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 rot="-8100000">
              <a:off x="8130626" y="4083921"/>
              <a:ext cx="1301206" cy="1844769"/>
            </a:xfrm>
            <a:custGeom>
              <a:rect b="b" l="l" r="r" t="t"/>
              <a:pathLst>
                <a:path extrusionOk="0" h="45654" w="32202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 rot="-6600744">
              <a:off x="7091443" y="4470707"/>
              <a:ext cx="1503956" cy="1328885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8202277" y="4554521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3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9" name="Google Shape;169;p15"/>
          <p:cNvGrpSpPr/>
          <p:nvPr/>
        </p:nvGrpSpPr>
        <p:grpSpPr>
          <a:xfrm>
            <a:off x="6512660" y="2240973"/>
            <a:ext cx="3477306" cy="3547312"/>
            <a:chOff x="6512660" y="2240973"/>
            <a:chExt cx="3477306" cy="3547312"/>
          </a:xfrm>
        </p:grpSpPr>
        <p:sp>
          <p:nvSpPr>
            <p:cNvPr id="170" name="Google Shape;170;p15"/>
            <p:cNvSpPr/>
            <p:nvPr/>
          </p:nvSpPr>
          <p:spPr>
            <a:xfrm flipH="1" rot="7571525">
              <a:off x="8743428" y="4012287"/>
              <a:ext cx="931122" cy="521862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 flipH="1" rot="-3174956">
              <a:off x="8188518" y="3726797"/>
              <a:ext cx="685667" cy="1707316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 flipH="1" rot="-7930696">
              <a:off x="7932364" y="2673295"/>
              <a:ext cx="1814420" cy="1460763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 flipH="1" rot="-1133076">
              <a:off x="6669412" y="4357866"/>
              <a:ext cx="1507647" cy="1219254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15"/>
          <p:cNvGrpSpPr/>
          <p:nvPr/>
        </p:nvGrpSpPr>
        <p:grpSpPr>
          <a:xfrm>
            <a:off x="-1431753" y="-1019146"/>
            <a:ext cx="3596715" cy="3440621"/>
            <a:chOff x="-1431753" y="-1019146"/>
            <a:chExt cx="3596715" cy="3440621"/>
          </a:xfrm>
        </p:grpSpPr>
        <p:sp>
          <p:nvSpPr>
            <p:cNvPr id="175" name="Google Shape;175;p15"/>
            <p:cNvSpPr/>
            <p:nvPr/>
          </p:nvSpPr>
          <p:spPr>
            <a:xfrm flipH="1" rot="7881980">
              <a:off x="-1191248" y="-585951"/>
              <a:ext cx="1814539" cy="1460859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 flipH="1" rot="9380840">
              <a:off x="-241761" y="-196146"/>
              <a:ext cx="1716066" cy="1210862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 flipH="1" rot="10269017">
              <a:off x="-952732" y="859656"/>
              <a:ext cx="1773040" cy="1252385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84750" y="2107675"/>
              <a:ext cx="313800" cy="31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 rot="10471784">
              <a:off x="1211101" y="-250787"/>
              <a:ext cx="931119" cy="521871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4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2" name="Google Shape;182;p16"/>
          <p:cNvGrpSpPr/>
          <p:nvPr/>
        </p:nvGrpSpPr>
        <p:grpSpPr>
          <a:xfrm>
            <a:off x="7209776" y="-530913"/>
            <a:ext cx="2765829" cy="3338116"/>
            <a:chOff x="7209776" y="-530913"/>
            <a:chExt cx="2765829" cy="3338116"/>
          </a:xfrm>
        </p:grpSpPr>
        <p:sp>
          <p:nvSpPr>
            <p:cNvPr id="183" name="Google Shape;183;p16"/>
            <p:cNvSpPr/>
            <p:nvPr/>
          </p:nvSpPr>
          <p:spPr>
            <a:xfrm rot="-9544000">
              <a:off x="7857658" y="-276004"/>
              <a:ext cx="1677589" cy="1356790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 rot="3603388">
              <a:off x="8287419" y="1267621"/>
              <a:ext cx="1599212" cy="1129652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 rot="2700000">
              <a:off x="8810766" y="1110445"/>
              <a:ext cx="931069" cy="521879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 rot="-2140393">
              <a:off x="7370410" y="-313144"/>
              <a:ext cx="606056" cy="745919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 rot="3828233">
              <a:off x="8584555" y="1957586"/>
              <a:ext cx="646690" cy="663762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-771439" y="2512808"/>
            <a:ext cx="2939367" cy="4102957"/>
            <a:chOff x="-771439" y="2512808"/>
            <a:chExt cx="2939367" cy="4102957"/>
          </a:xfrm>
        </p:grpSpPr>
        <p:sp>
          <p:nvSpPr>
            <p:cNvPr id="189" name="Google Shape;189;p16"/>
            <p:cNvSpPr/>
            <p:nvPr/>
          </p:nvSpPr>
          <p:spPr>
            <a:xfrm rot="-6384815">
              <a:off x="285444" y="4124490"/>
              <a:ext cx="855561" cy="526641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 rot="-3360721">
              <a:off x="-487082" y="2703876"/>
              <a:ext cx="1151326" cy="1298223"/>
            </a:xfrm>
            <a:custGeom>
              <a:rect b="b" l="l" r="r" t="t"/>
              <a:pathLst>
                <a:path extrusionOk="0" h="40229" w="35677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 rot="-2700000">
              <a:off x="-2662" y="4395461"/>
              <a:ext cx="1967858" cy="1388527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 rot="10397631">
              <a:off x="-437746" y="3672706"/>
              <a:ext cx="757395" cy="1158346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 rot="2565308">
              <a:off x="588015" y="4699559"/>
              <a:ext cx="994210" cy="1820645"/>
            </a:xfrm>
            <a:custGeom>
              <a:rect b="b" l="l" r="r" t="t"/>
              <a:pathLst>
                <a:path extrusionOk="0" h="53575" w="29256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4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2034600" y="365760"/>
            <a:ext cx="2112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96" name="Google Shape;196;p17"/>
          <p:cNvGrpSpPr/>
          <p:nvPr/>
        </p:nvGrpSpPr>
        <p:grpSpPr>
          <a:xfrm>
            <a:off x="6943319" y="-976408"/>
            <a:ext cx="3559930" cy="3740459"/>
            <a:chOff x="6943319" y="-976408"/>
            <a:chExt cx="3559930" cy="3740459"/>
          </a:xfrm>
        </p:grpSpPr>
        <p:sp>
          <p:nvSpPr>
            <p:cNvPr id="197" name="Google Shape;197;p17"/>
            <p:cNvSpPr/>
            <p:nvPr/>
          </p:nvSpPr>
          <p:spPr>
            <a:xfrm rot="-7384413">
              <a:off x="7065304" y="-517982"/>
              <a:ext cx="1773011" cy="1252384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 rot="9997654">
              <a:off x="8334764" y="957561"/>
              <a:ext cx="855536" cy="526647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 rot="-8100000">
              <a:off x="8740376" y="729396"/>
              <a:ext cx="1301206" cy="1844769"/>
            </a:xfrm>
            <a:custGeom>
              <a:rect b="b" l="l" r="r" t="t"/>
              <a:pathLst>
                <a:path extrusionOk="0" h="45654" w="32202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8960302" y="628196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8732990" y="-403521"/>
              <a:ext cx="496308" cy="653336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17"/>
          <p:cNvGrpSpPr/>
          <p:nvPr/>
        </p:nvGrpSpPr>
        <p:grpSpPr>
          <a:xfrm>
            <a:off x="-791533" y="2805309"/>
            <a:ext cx="2884578" cy="3541749"/>
            <a:chOff x="-791533" y="2805309"/>
            <a:chExt cx="2884578" cy="3541749"/>
          </a:xfrm>
        </p:grpSpPr>
        <p:sp>
          <p:nvSpPr>
            <p:cNvPr id="203" name="Google Shape;203;p17"/>
            <p:cNvSpPr/>
            <p:nvPr/>
          </p:nvSpPr>
          <p:spPr>
            <a:xfrm rot="-2487662">
              <a:off x="-403155" y="2815863"/>
              <a:ext cx="555458" cy="1383380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 rot="-4471706">
              <a:off x="-582686" y="4848270"/>
              <a:ext cx="1507556" cy="1219298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 rot="3529025">
              <a:off x="1163162" y="4825496"/>
              <a:ext cx="931177" cy="521846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-585308" y="4058533"/>
              <a:ext cx="1715969" cy="1210793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61364" y="4131346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713225" y="3404151"/>
            <a:ext cx="46557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" type="subTitle"/>
          </p:nvPr>
        </p:nvSpPr>
        <p:spPr>
          <a:xfrm>
            <a:off x="713225" y="3975200"/>
            <a:ext cx="46557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2433600" y="365760"/>
            <a:ext cx="5997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" name="Google Shape;213;p19"/>
          <p:cNvSpPr txBox="1"/>
          <p:nvPr>
            <p:ph idx="1" type="subTitle"/>
          </p:nvPr>
        </p:nvSpPr>
        <p:spPr>
          <a:xfrm>
            <a:off x="2433600" y="1028525"/>
            <a:ext cx="4747500" cy="6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4" name="Google Shape;214;p19"/>
          <p:cNvGrpSpPr/>
          <p:nvPr/>
        </p:nvGrpSpPr>
        <p:grpSpPr>
          <a:xfrm>
            <a:off x="7373609" y="-393801"/>
            <a:ext cx="2555102" cy="2421283"/>
            <a:chOff x="7373609" y="-393801"/>
            <a:chExt cx="2555102" cy="2421283"/>
          </a:xfrm>
        </p:grpSpPr>
        <p:sp>
          <p:nvSpPr>
            <p:cNvPr id="215" name="Google Shape;215;p19"/>
            <p:cNvSpPr/>
            <p:nvPr/>
          </p:nvSpPr>
          <p:spPr>
            <a:xfrm rot="-9544000">
              <a:off x="8064108" y="-138891"/>
              <a:ext cx="1677589" cy="1356790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 rot="-10381501">
              <a:off x="7402431" y="-37130"/>
              <a:ext cx="855547" cy="526643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 rot="-2102389">
              <a:off x="8249590" y="756704"/>
              <a:ext cx="757382" cy="1158327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>
            <p:ph type="title"/>
          </p:nvPr>
        </p:nvSpPr>
        <p:spPr>
          <a:xfrm>
            <a:off x="941850" y="365760"/>
            <a:ext cx="46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" type="subTitle"/>
          </p:nvPr>
        </p:nvSpPr>
        <p:spPr>
          <a:xfrm>
            <a:off x="941825" y="1262475"/>
            <a:ext cx="6711600" cy="25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21" name="Google Shape;221;p20"/>
          <p:cNvGrpSpPr/>
          <p:nvPr/>
        </p:nvGrpSpPr>
        <p:grpSpPr>
          <a:xfrm>
            <a:off x="7749847" y="-418626"/>
            <a:ext cx="2224553" cy="3584702"/>
            <a:chOff x="7749847" y="-418626"/>
            <a:chExt cx="2224553" cy="3584702"/>
          </a:xfrm>
        </p:grpSpPr>
        <p:sp>
          <p:nvSpPr>
            <p:cNvPr id="222" name="Google Shape;222;p20"/>
            <p:cNvSpPr/>
            <p:nvPr/>
          </p:nvSpPr>
          <p:spPr>
            <a:xfrm rot="7594616">
              <a:off x="8518243" y="-218642"/>
              <a:ext cx="1151312" cy="1298207"/>
            </a:xfrm>
            <a:custGeom>
              <a:rect b="b" l="l" r="r" t="t"/>
              <a:pathLst>
                <a:path extrusionOk="0" h="40229" w="35677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 flipH="1" rot="8100000">
              <a:off x="8211526" y="1131421"/>
              <a:ext cx="1301206" cy="1844769"/>
            </a:xfrm>
            <a:custGeom>
              <a:rect b="b" l="l" r="r" t="t"/>
              <a:pathLst>
                <a:path extrusionOk="0" h="45654" w="32202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 rot="-5177878">
              <a:off x="7778881" y="-220528"/>
              <a:ext cx="653736" cy="670994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8229602" y="662221"/>
              <a:ext cx="279300" cy="27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 rot="3228475">
              <a:off x="8528828" y="2211185"/>
              <a:ext cx="931122" cy="521862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-915352" y="3001909"/>
            <a:ext cx="3386400" cy="2967854"/>
            <a:chOff x="-915352" y="3001909"/>
            <a:chExt cx="3386400" cy="2967854"/>
          </a:xfrm>
        </p:grpSpPr>
        <p:sp>
          <p:nvSpPr>
            <p:cNvPr id="228" name="Google Shape;228;p20"/>
            <p:cNvSpPr/>
            <p:nvPr/>
          </p:nvSpPr>
          <p:spPr>
            <a:xfrm>
              <a:off x="-282260" y="4192554"/>
              <a:ext cx="496308" cy="653336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 rot="-1105226">
              <a:off x="-404063" y="3675121"/>
              <a:ext cx="1209864" cy="1005395"/>
            </a:xfrm>
            <a:custGeom>
              <a:rect b="b" l="l" r="r" t="t"/>
              <a:pathLst>
                <a:path extrusionOk="0" h="23017" w="27698">
                  <a:moveTo>
                    <a:pt x="3664" y="0"/>
                  </a:moveTo>
                  <a:cubicBezTo>
                    <a:pt x="3392" y="0"/>
                    <a:pt x="3117" y="68"/>
                    <a:pt x="2861" y="215"/>
                  </a:cubicBezTo>
                  <a:cubicBezTo>
                    <a:pt x="2260" y="572"/>
                    <a:pt x="1717" y="930"/>
                    <a:pt x="1130" y="1287"/>
                  </a:cubicBezTo>
                  <a:cubicBezTo>
                    <a:pt x="716" y="1516"/>
                    <a:pt x="473" y="1874"/>
                    <a:pt x="358" y="2231"/>
                  </a:cubicBezTo>
                  <a:cubicBezTo>
                    <a:pt x="287" y="2417"/>
                    <a:pt x="287" y="2589"/>
                    <a:pt x="230" y="2774"/>
                  </a:cubicBezTo>
                  <a:cubicBezTo>
                    <a:pt x="1" y="6349"/>
                    <a:pt x="3089" y="8666"/>
                    <a:pt x="6364" y="8794"/>
                  </a:cubicBezTo>
                  <a:cubicBezTo>
                    <a:pt x="6513" y="8802"/>
                    <a:pt x="6661" y="8806"/>
                    <a:pt x="6809" y="8806"/>
                  </a:cubicBezTo>
                  <a:cubicBezTo>
                    <a:pt x="9880" y="8806"/>
                    <a:pt x="12706" y="7231"/>
                    <a:pt x="15786" y="7231"/>
                  </a:cubicBezTo>
                  <a:cubicBezTo>
                    <a:pt x="15886" y="7231"/>
                    <a:pt x="15986" y="7232"/>
                    <a:pt x="16087" y="7236"/>
                  </a:cubicBezTo>
                  <a:cubicBezTo>
                    <a:pt x="16616" y="7293"/>
                    <a:pt x="17217" y="7364"/>
                    <a:pt x="17803" y="7536"/>
                  </a:cubicBezTo>
                  <a:cubicBezTo>
                    <a:pt x="19362" y="8137"/>
                    <a:pt x="20734" y="9152"/>
                    <a:pt x="21621" y="10453"/>
                  </a:cubicBezTo>
                  <a:cubicBezTo>
                    <a:pt x="21807" y="10753"/>
                    <a:pt x="21921" y="11053"/>
                    <a:pt x="21978" y="11411"/>
                  </a:cubicBezTo>
                  <a:cubicBezTo>
                    <a:pt x="22808" y="14514"/>
                    <a:pt x="21449" y="17788"/>
                    <a:pt x="20134" y="20591"/>
                  </a:cubicBezTo>
                  <a:cubicBezTo>
                    <a:pt x="19561" y="21863"/>
                    <a:pt x="20458" y="23016"/>
                    <a:pt x="21542" y="23016"/>
                  </a:cubicBezTo>
                  <a:cubicBezTo>
                    <a:pt x="21921" y="23016"/>
                    <a:pt x="22323" y="22876"/>
                    <a:pt x="22693" y="22550"/>
                  </a:cubicBezTo>
                  <a:cubicBezTo>
                    <a:pt x="26683" y="19218"/>
                    <a:pt x="27698" y="13499"/>
                    <a:pt x="25439" y="9080"/>
                  </a:cubicBezTo>
                  <a:cubicBezTo>
                    <a:pt x="24595" y="7178"/>
                    <a:pt x="23165" y="5577"/>
                    <a:pt x="21206" y="4505"/>
                  </a:cubicBezTo>
                  <a:cubicBezTo>
                    <a:pt x="19432" y="3563"/>
                    <a:pt x="17521" y="3170"/>
                    <a:pt x="15588" y="3170"/>
                  </a:cubicBezTo>
                  <a:cubicBezTo>
                    <a:pt x="14203" y="3170"/>
                    <a:pt x="12807" y="3372"/>
                    <a:pt x="11440" y="3718"/>
                  </a:cubicBezTo>
                  <a:cubicBezTo>
                    <a:pt x="11056" y="3738"/>
                    <a:pt x="10665" y="3752"/>
                    <a:pt x="10276" y="3752"/>
                  </a:cubicBezTo>
                  <a:cubicBezTo>
                    <a:pt x="8126" y="3752"/>
                    <a:pt x="6017" y="3334"/>
                    <a:pt x="5363" y="1216"/>
                  </a:cubicBezTo>
                  <a:cubicBezTo>
                    <a:pt x="5102" y="486"/>
                    <a:pt x="4394" y="0"/>
                    <a:pt x="36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0"/>
            <p:cNvSpPr/>
            <p:nvPr/>
          </p:nvSpPr>
          <p:spPr>
            <a:xfrm rot="2246081">
              <a:off x="693112" y="4470406"/>
              <a:ext cx="1599259" cy="1129648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/>
            <p:nvPr/>
          </p:nvSpPr>
          <p:spPr>
            <a:xfrm rot="-3416949">
              <a:off x="-771128" y="4278370"/>
              <a:ext cx="1290686" cy="1044178"/>
            </a:xfrm>
            <a:custGeom>
              <a:rect b="b" l="l" r="r" t="t"/>
              <a:pathLst>
                <a:path extrusionOk="0" h="37839" w="46772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 rot="-7073489">
              <a:off x="-201532" y="3111067"/>
              <a:ext cx="646697" cy="663769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/>
            <p:nvPr/>
          </p:nvSpPr>
          <p:spPr>
            <a:xfrm rot="8309790">
              <a:off x="1484010" y="4327988"/>
              <a:ext cx="606068" cy="745933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1" type="subTitle"/>
          </p:nvPr>
        </p:nvSpPr>
        <p:spPr>
          <a:xfrm>
            <a:off x="948600" y="1006950"/>
            <a:ext cx="7482300" cy="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37" name="Google Shape;237;p21"/>
          <p:cNvGrpSpPr/>
          <p:nvPr/>
        </p:nvGrpSpPr>
        <p:grpSpPr>
          <a:xfrm>
            <a:off x="6725926" y="-1002468"/>
            <a:ext cx="3067910" cy="3392517"/>
            <a:chOff x="6725926" y="-1002468"/>
            <a:chExt cx="3067910" cy="3392517"/>
          </a:xfrm>
        </p:grpSpPr>
        <p:sp>
          <p:nvSpPr>
            <p:cNvPr id="238" name="Google Shape;238;p21"/>
            <p:cNvSpPr/>
            <p:nvPr/>
          </p:nvSpPr>
          <p:spPr>
            <a:xfrm rot="-9544000">
              <a:off x="7929233" y="-415754"/>
              <a:ext cx="1677589" cy="1356790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 rot="-7073489">
              <a:off x="8338715" y="1050681"/>
              <a:ext cx="646697" cy="663769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 rot="-7255573">
              <a:off x="9034842" y="1530192"/>
              <a:ext cx="496310" cy="65333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 rot="8663827">
              <a:off x="7158861" y="-962487"/>
              <a:ext cx="685679" cy="1707345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/>
            <p:nvPr/>
          </p:nvSpPr>
          <p:spPr>
            <a:xfrm rot="-881599">
              <a:off x="8572322" y="1579438"/>
              <a:ext cx="606077" cy="745945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-1207361" y="3075271"/>
            <a:ext cx="3436926" cy="2790267"/>
            <a:chOff x="-1207361" y="3075271"/>
            <a:chExt cx="3436926" cy="2790267"/>
          </a:xfrm>
        </p:grpSpPr>
        <p:sp>
          <p:nvSpPr>
            <p:cNvPr id="244" name="Google Shape;244;p21"/>
            <p:cNvSpPr/>
            <p:nvPr/>
          </p:nvSpPr>
          <p:spPr>
            <a:xfrm rot="1211703">
              <a:off x="25820" y="4395815"/>
              <a:ext cx="1715918" cy="1210757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 rot="-816931">
              <a:off x="-345185" y="4151292"/>
              <a:ext cx="757387" cy="1158334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-1207361" y="3165569"/>
              <a:ext cx="1920589" cy="1044180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140052" y="3075271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/>
            <p:nvPr/>
          </p:nvSpPr>
          <p:spPr>
            <a:xfrm rot="3228475">
              <a:off x="1278503" y="4655847"/>
              <a:ext cx="931122" cy="521862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1" name="Google Shape;251;p22"/>
          <p:cNvSpPr txBox="1"/>
          <p:nvPr>
            <p:ph idx="1" type="subTitle"/>
          </p:nvPr>
        </p:nvSpPr>
        <p:spPr>
          <a:xfrm>
            <a:off x="949800" y="1298275"/>
            <a:ext cx="3604800" cy="24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2" type="subTitle"/>
          </p:nvPr>
        </p:nvSpPr>
        <p:spPr>
          <a:xfrm>
            <a:off x="4666675" y="1298275"/>
            <a:ext cx="3604800" cy="24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53" name="Google Shape;253;p22"/>
          <p:cNvGrpSpPr/>
          <p:nvPr/>
        </p:nvGrpSpPr>
        <p:grpSpPr>
          <a:xfrm>
            <a:off x="-579751" y="3784484"/>
            <a:ext cx="3843481" cy="1657403"/>
            <a:chOff x="-579751" y="3784484"/>
            <a:chExt cx="3843481" cy="1657403"/>
          </a:xfrm>
        </p:grpSpPr>
        <p:sp>
          <p:nvSpPr>
            <p:cNvPr id="254" name="Google Shape;254;p22"/>
            <p:cNvSpPr/>
            <p:nvPr/>
          </p:nvSpPr>
          <p:spPr>
            <a:xfrm rot="-10600231">
              <a:off x="-179122" y="4678988"/>
              <a:ext cx="606064" cy="745929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2"/>
            <p:cNvSpPr/>
            <p:nvPr/>
          </p:nvSpPr>
          <p:spPr>
            <a:xfrm rot="-3409603">
              <a:off x="2485664" y="4588455"/>
              <a:ext cx="646694" cy="663766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 rot="637204">
              <a:off x="-482880" y="3932229"/>
              <a:ext cx="1715880" cy="1210730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448102" y="3896908"/>
              <a:ext cx="279300" cy="27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22"/>
          <p:cNvGrpSpPr/>
          <p:nvPr/>
        </p:nvGrpSpPr>
        <p:grpSpPr>
          <a:xfrm>
            <a:off x="6180726" y="-1163699"/>
            <a:ext cx="3645908" cy="2843384"/>
            <a:chOff x="6180726" y="-1163699"/>
            <a:chExt cx="3645908" cy="2843384"/>
          </a:xfrm>
        </p:grpSpPr>
        <p:sp>
          <p:nvSpPr>
            <p:cNvPr id="259" name="Google Shape;259;p22"/>
            <p:cNvSpPr/>
            <p:nvPr/>
          </p:nvSpPr>
          <p:spPr>
            <a:xfrm rot="-10381501">
              <a:off x="8822556" y="1103045"/>
              <a:ext cx="855547" cy="526643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/>
            <p:nvPr/>
          </p:nvSpPr>
          <p:spPr>
            <a:xfrm rot="2700000">
              <a:off x="8073029" y="-430662"/>
              <a:ext cx="1504014" cy="1328936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2"/>
            <p:cNvSpPr/>
            <p:nvPr/>
          </p:nvSpPr>
          <p:spPr>
            <a:xfrm rot="-8100000">
              <a:off x="8407855" y="-80859"/>
              <a:ext cx="665568" cy="854246"/>
            </a:xfrm>
            <a:custGeom>
              <a:rect b="b" l="l" r="r" t="t"/>
              <a:pathLst>
                <a:path extrusionOk="0" h="25250" w="19673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 flipH="1" rot="9342815">
              <a:off x="6502532" y="-977733"/>
              <a:ext cx="1301239" cy="1844816"/>
            </a:xfrm>
            <a:custGeom>
              <a:rect b="b" l="l" r="r" t="t"/>
              <a:pathLst>
                <a:path extrusionOk="0" h="45654" w="32202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5" name="Google Shape;265;p23"/>
          <p:cNvSpPr txBox="1"/>
          <p:nvPr>
            <p:ph idx="1" type="subTitle"/>
          </p:nvPr>
        </p:nvSpPr>
        <p:spPr>
          <a:xfrm>
            <a:off x="713225" y="2644574"/>
            <a:ext cx="2435100" cy="10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23"/>
          <p:cNvSpPr txBox="1"/>
          <p:nvPr>
            <p:ph idx="2" type="subTitle"/>
          </p:nvPr>
        </p:nvSpPr>
        <p:spPr>
          <a:xfrm>
            <a:off x="3354422" y="2644574"/>
            <a:ext cx="2435100" cy="10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7" name="Google Shape;267;p23"/>
          <p:cNvSpPr txBox="1"/>
          <p:nvPr>
            <p:ph idx="3" type="subTitle"/>
          </p:nvPr>
        </p:nvSpPr>
        <p:spPr>
          <a:xfrm>
            <a:off x="5995619" y="2644575"/>
            <a:ext cx="2435100" cy="10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4" type="subTitle"/>
          </p:nvPr>
        </p:nvSpPr>
        <p:spPr>
          <a:xfrm>
            <a:off x="713225" y="2270600"/>
            <a:ext cx="2435100" cy="45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9" name="Google Shape;269;p23"/>
          <p:cNvSpPr txBox="1"/>
          <p:nvPr>
            <p:ph idx="5" type="subTitle"/>
          </p:nvPr>
        </p:nvSpPr>
        <p:spPr>
          <a:xfrm>
            <a:off x="3354425" y="2270600"/>
            <a:ext cx="2435100" cy="45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6" type="subTitle"/>
          </p:nvPr>
        </p:nvSpPr>
        <p:spPr>
          <a:xfrm>
            <a:off x="5995618" y="2270600"/>
            <a:ext cx="2435100" cy="45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1" name="Google Shape;271;p23"/>
          <p:cNvSpPr/>
          <p:nvPr/>
        </p:nvSpPr>
        <p:spPr>
          <a:xfrm rot="-762827">
            <a:off x="-670015" y="894594"/>
            <a:ext cx="895969" cy="945990"/>
          </a:xfrm>
          <a:custGeom>
            <a:rect b="b" l="l" r="r" t="t"/>
            <a:pathLst>
              <a:path extrusionOk="0" h="27403" w="25954">
                <a:moveTo>
                  <a:pt x="2540" y="1"/>
                </a:moveTo>
                <a:cubicBezTo>
                  <a:pt x="2392" y="1"/>
                  <a:pt x="2242" y="7"/>
                  <a:pt x="2088" y="20"/>
                </a:cubicBezTo>
                <a:cubicBezTo>
                  <a:pt x="1016" y="134"/>
                  <a:pt x="1" y="906"/>
                  <a:pt x="58" y="2050"/>
                </a:cubicBezTo>
                <a:cubicBezTo>
                  <a:pt x="187" y="4667"/>
                  <a:pt x="1316" y="5625"/>
                  <a:pt x="3046" y="7469"/>
                </a:cubicBezTo>
                <a:cubicBezTo>
                  <a:pt x="5306" y="9914"/>
                  <a:pt x="7393" y="12474"/>
                  <a:pt x="9595" y="14919"/>
                </a:cubicBezTo>
                <a:cubicBezTo>
                  <a:pt x="11683" y="17178"/>
                  <a:pt x="13699" y="19380"/>
                  <a:pt x="15672" y="21711"/>
                </a:cubicBezTo>
                <a:cubicBezTo>
                  <a:pt x="17703" y="24142"/>
                  <a:pt x="18890" y="26115"/>
                  <a:pt x="21864" y="27245"/>
                </a:cubicBezTo>
                <a:cubicBezTo>
                  <a:pt x="22134" y="27353"/>
                  <a:pt x="22416" y="27402"/>
                  <a:pt x="22701" y="27402"/>
                </a:cubicBezTo>
                <a:cubicBezTo>
                  <a:pt x="24298" y="27402"/>
                  <a:pt x="25954" y="25836"/>
                  <a:pt x="25796" y="24271"/>
                </a:cubicBezTo>
                <a:cubicBezTo>
                  <a:pt x="25324" y="18723"/>
                  <a:pt x="19547" y="13604"/>
                  <a:pt x="15844" y="9729"/>
                </a:cubicBezTo>
                <a:cubicBezTo>
                  <a:pt x="13771" y="7527"/>
                  <a:pt x="11440" y="5553"/>
                  <a:pt x="9052" y="3652"/>
                </a:cubicBezTo>
                <a:cubicBezTo>
                  <a:pt x="7020" y="2012"/>
                  <a:pt x="5206" y="1"/>
                  <a:pt x="25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 rot="-2699726">
            <a:off x="354367" y="-412850"/>
            <a:ext cx="1741749" cy="1228983"/>
          </a:xfrm>
          <a:custGeom>
            <a:rect b="b" l="l" r="r" t="t"/>
            <a:pathLst>
              <a:path extrusionOk="0" h="55471" w="78615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 rot="3280748">
            <a:off x="-289776" y="445940"/>
            <a:ext cx="661793" cy="679269"/>
          </a:xfrm>
          <a:custGeom>
            <a:rect b="b" l="l" r="r" t="t"/>
            <a:pathLst>
              <a:path extrusionOk="0" h="8748" w="8523">
                <a:moveTo>
                  <a:pt x="6861" y="0"/>
                </a:moveTo>
                <a:cubicBezTo>
                  <a:pt x="6190" y="0"/>
                  <a:pt x="5461" y="510"/>
                  <a:pt x="5363" y="1298"/>
                </a:cubicBezTo>
                <a:cubicBezTo>
                  <a:pt x="5306" y="2256"/>
                  <a:pt x="5420" y="3328"/>
                  <a:pt x="5477" y="4343"/>
                </a:cubicBezTo>
                <a:cubicBezTo>
                  <a:pt x="5477" y="4815"/>
                  <a:pt x="5534" y="5344"/>
                  <a:pt x="5534" y="5830"/>
                </a:cubicBezTo>
                <a:lnTo>
                  <a:pt x="3876" y="5830"/>
                </a:lnTo>
                <a:cubicBezTo>
                  <a:pt x="3262" y="5830"/>
                  <a:pt x="2627" y="5762"/>
                  <a:pt x="1997" y="5762"/>
                </a:cubicBezTo>
                <a:cubicBezTo>
                  <a:pt x="1584" y="5762"/>
                  <a:pt x="1174" y="5791"/>
                  <a:pt x="773" y="5888"/>
                </a:cubicBezTo>
                <a:cubicBezTo>
                  <a:pt x="472" y="6002"/>
                  <a:pt x="115" y="6302"/>
                  <a:pt x="58" y="6602"/>
                </a:cubicBezTo>
                <a:lnTo>
                  <a:pt x="58" y="6846"/>
                </a:lnTo>
                <a:lnTo>
                  <a:pt x="58" y="6903"/>
                </a:lnTo>
                <a:cubicBezTo>
                  <a:pt x="1" y="7203"/>
                  <a:pt x="301" y="7560"/>
                  <a:pt x="530" y="7732"/>
                </a:cubicBezTo>
                <a:cubicBezTo>
                  <a:pt x="1488" y="8275"/>
                  <a:pt x="2617" y="8390"/>
                  <a:pt x="3690" y="8561"/>
                </a:cubicBezTo>
                <a:cubicBezTo>
                  <a:pt x="4819" y="8747"/>
                  <a:pt x="5963" y="8747"/>
                  <a:pt x="7093" y="8747"/>
                </a:cubicBezTo>
                <a:cubicBezTo>
                  <a:pt x="7808" y="8747"/>
                  <a:pt x="8523" y="8090"/>
                  <a:pt x="8466" y="7317"/>
                </a:cubicBezTo>
                <a:cubicBezTo>
                  <a:pt x="8394" y="6245"/>
                  <a:pt x="8337" y="5173"/>
                  <a:pt x="8280" y="4157"/>
                </a:cubicBezTo>
                <a:cubicBezTo>
                  <a:pt x="8165" y="3085"/>
                  <a:pt x="8165" y="1955"/>
                  <a:pt x="7979" y="940"/>
                </a:cubicBezTo>
                <a:cubicBezTo>
                  <a:pt x="7827" y="282"/>
                  <a:pt x="7360" y="0"/>
                  <a:pt x="68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 rot="7420484">
            <a:off x="-724783" y="-602084"/>
            <a:ext cx="1109603" cy="1251176"/>
          </a:xfrm>
          <a:custGeom>
            <a:rect b="b" l="l" r="r" t="t"/>
            <a:pathLst>
              <a:path extrusionOk="0" h="40229" w="35677">
                <a:moveTo>
                  <a:pt x="18565" y="1"/>
                </a:moveTo>
                <a:cubicBezTo>
                  <a:pt x="8730" y="1"/>
                  <a:pt x="2450" y="8328"/>
                  <a:pt x="887" y="17604"/>
                </a:cubicBezTo>
                <a:cubicBezTo>
                  <a:pt x="1" y="23023"/>
                  <a:pt x="773" y="29343"/>
                  <a:pt x="3690" y="34047"/>
                </a:cubicBezTo>
                <a:cubicBezTo>
                  <a:pt x="5714" y="37351"/>
                  <a:pt x="9658" y="40228"/>
                  <a:pt x="13537" y="40228"/>
                </a:cubicBezTo>
                <a:cubicBezTo>
                  <a:pt x="15248" y="40228"/>
                  <a:pt x="16946" y="39668"/>
                  <a:pt x="18461" y="38337"/>
                </a:cubicBezTo>
                <a:cubicBezTo>
                  <a:pt x="20524" y="36494"/>
                  <a:pt x="18790" y="33619"/>
                  <a:pt x="16377" y="33619"/>
                </a:cubicBezTo>
                <a:cubicBezTo>
                  <a:pt x="16281" y="33619"/>
                  <a:pt x="16185" y="33624"/>
                  <a:pt x="16087" y="33633"/>
                </a:cubicBezTo>
                <a:cubicBezTo>
                  <a:pt x="15742" y="33669"/>
                  <a:pt x="15405" y="33687"/>
                  <a:pt x="15076" y="33687"/>
                </a:cubicBezTo>
                <a:cubicBezTo>
                  <a:pt x="12786" y="33687"/>
                  <a:pt x="10894" y="32799"/>
                  <a:pt x="9581" y="30773"/>
                </a:cubicBezTo>
                <a:cubicBezTo>
                  <a:pt x="7923" y="28199"/>
                  <a:pt x="7322" y="24925"/>
                  <a:pt x="7322" y="21951"/>
                </a:cubicBezTo>
                <a:cubicBezTo>
                  <a:pt x="7322" y="16531"/>
                  <a:pt x="9352" y="9611"/>
                  <a:pt x="14829" y="7409"/>
                </a:cubicBezTo>
                <a:cubicBezTo>
                  <a:pt x="16018" y="6935"/>
                  <a:pt x="17288" y="6704"/>
                  <a:pt x="18552" y="6704"/>
                </a:cubicBezTo>
                <a:cubicBezTo>
                  <a:pt x="21906" y="6704"/>
                  <a:pt x="25217" y="8334"/>
                  <a:pt x="26869" y="11398"/>
                </a:cubicBezTo>
                <a:cubicBezTo>
                  <a:pt x="29128" y="15516"/>
                  <a:pt x="28599" y="21479"/>
                  <a:pt x="24238" y="23981"/>
                </a:cubicBezTo>
                <a:cubicBezTo>
                  <a:pt x="23512" y="24388"/>
                  <a:pt x="22653" y="24609"/>
                  <a:pt x="21809" y="24609"/>
                </a:cubicBezTo>
                <a:cubicBezTo>
                  <a:pt x="20308" y="24609"/>
                  <a:pt x="18857" y="23909"/>
                  <a:pt x="18289" y="22308"/>
                </a:cubicBezTo>
                <a:cubicBezTo>
                  <a:pt x="18047" y="21535"/>
                  <a:pt x="18158" y="18712"/>
                  <a:pt x="18992" y="18712"/>
                </a:cubicBezTo>
                <a:cubicBezTo>
                  <a:pt x="19192" y="18712"/>
                  <a:pt x="19432" y="18873"/>
                  <a:pt x="19719" y="19262"/>
                </a:cubicBezTo>
                <a:cubicBezTo>
                  <a:pt x="20309" y="20046"/>
                  <a:pt x="21241" y="20401"/>
                  <a:pt x="22174" y="20401"/>
                </a:cubicBezTo>
                <a:cubicBezTo>
                  <a:pt x="23029" y="20401"/>
                  <a:pt x="23886" y="20103"/>
                  <a:pt x="24481" y="19563"/>
                </a:cubicBezTo>
                <a:cubicBezTo>
                  <a:pt x="25968" y="18261"/>
                  <a:pt x="25911" y="16288"/>
                  <a:pt x="24781" y="14801"/>
                </a:cubicBezTo>
                <a:cubicBezTo>
                  <a:pt x="23368" y="12874"/>
                  <a:pt x="21277" y="11973"/>
                  <a:pt x="19170" y="11973"/>
                </a:cubicBezTo>
                <a:cubicBezTo>
                  <a:pt x="16650" y="11973"/>
                  <a:pt x="14109" y="13263"/>
                  <a:pt x="12684" y="15630"/>
                </a:cubicBezTo>
                <a:cubicBezTo>
                  <a:pt x="10239" y="19691"/>
                  <a:pt x="11140" y="25411"/>
                  <a:pt x="14529" y="28557"/>
                </a:cubicBezTo>
                <a:cubicBezTo>
                  <a:pt x="16574" y="30436"/>
                  <a:pt x="19212" y="31352"/>
                  <a:pt x="21858" y="31352"/>
                </a:cubicBezTo>
                <a:cubicBezTo>
                  <a:pt x="24004" y="31352"/>
                  <a:pt x="26154" y="30750"/>
                  <a:pt x="27998" y="29572"/>
                </a:cubicBezTo>
                <a:cubicBezTo>
                  <a:pt x="32045" y="26955"/>
                  <a:pt x="34490" y="22608"/>
                  <a:pt x="34905" y="17832"/>
                </a:cubicBezTo>
                <a:cubicBezTo>
                  <a:pt x="35677" y="8667"/>
                  <a:pt x="28828" y="502"/>
                  <a:pt x="19590" y="30"/>
                </a:cubicBezTo>
                <a:cubicBezTo>
                  <a:pt x="19244" y="10"/>
                  <a:pt x="18902" y="1"/>
                  <a:pt x="1856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3"/>
          <p:cNvGrpSpPr/>
          <p:nvPr/>
        </p:nvGrpSpPr>
        <p:grpSpPr>
          <a:xfrm>
            <a:off x="7019437" y="3004792"/>
            <a:ext cx="3379588" cy="2865801"/>
            <a:chOff x="6799482" y="2722700"/>
            <a:chExt cx="3886371" cy="3295539"/>
          </a:xfrm>
        </p:grpSpPr>
        <p:sp>
          <p:nvSpPr>
            <p:cNvPr id="276" name="Google Shape;276;p23"/>
            <p:cNvSpPr/>
            <p:nvPr/>
          </p:nvSpPr>
          <p:spPr>
            <a:xfrm rot="-1269413">
              <a:off x="7002108" y="4281747"/>
              <a:ext cx="1805127" cy="1459940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3"/>
            <p:cNvSpPr/>
            <p:nvPr/>
          </p:nvSpPr>
          <p:spPr>
            <a:xfrm rot="-1731340">
              <a:off x="9059656" y="3789718"/>
              <a:ext cx="653905" cy="1628563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3"/>
            <p:cNvSpPr/>
            <p:nvPr/>
          </p:nvSpPr>
          <p:spPr>
            <a:xfrm rot="1956184">
              <a:off x="8457522" y="3106724"/>
              <a:ext cx="1922204" cy="1698280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8531225" y="4290200"/>
              <a:ext cx="313800" cy="31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2" name="Google Shape;282;p24"/>
          <p:cNvSpPr txBox="1"/>
          <p:nvPr>
            <p:ph idx="1" type="subTitle"/>
          </p:nvPr>
        </p:nvSpPr>
        <p:spPr>
          <a:xfrm>
            <a:off x="1206425" y="1819678"/>
            <a:ext cx="31794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24"/>
          <p:cNvSpPr txBox="1"/>
          <p:nvPr>
            <p:ph idx="2" type="subTitle"/>
          </p:nvPr>
        </p:nvSpPr>
        <p:spPr>
          <a:xfrm>
            <a:off x="4964673" y="1819677"/>
            <a:ext cx="31794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24"/>
          <p:cNvSpPr txBox="1"/>
          <p:nvPr>
            <p:ph idx="3" type="subTitle"/>
          </p:nvPr>
        </p:nvSpPr>
        <p:spPr>
          <a:xfrm>
            <a:off x="1206425" y="3287000"/>
            <a:ext cx="31794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24"/>
          <p:cNvSpPr txBox="1"/>
          <p:nvPr>
            <p:ph idx="4" type="subTitle"/>
          </p:nvPr>
        </p:nvSpPr>
        <p:spPr>
          <a:xfrm>
            <a:off x="4964672" y="3287000"/>
            <a:ext cx="31794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24"/>
          <p:cNvSpPr txBox="1"/>
          <p:nvPr>
            <p:ph idx="5" type="subTitle"/>
          </p:nvPr>
        </p:nvSpPr>
        <p:spPr>
          <a:xfrm>
            <a:off x="1206425" y="1521827"/>
            <a:ext cx="3179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6" type="subTitle"/>
          </p:nvPr>
        </p:nvSpPr>
        <p:spPr>
          <a:xfrm>
            <a:off x="1206425" y="2972843"/>
            <a:ext cx="3179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7" type="subTitle"/>
          </p:nvPr>
        </p:nvSpPr>
        <p:spPr>
          <a:xfrm>
            <a:off x="4964646" y="1521825"/>
            <a:ext cx="3179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idx="8" type="subTitle"/>
          </p:nvPr>
        </p:nvSpPr>
        <p:spPr>
          <a:xfrm>
            <a:off x="4964647" y="2972843"/>
            <a:ext cx="3179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90" name="Google Shape;290;p24"/>
          <p:cNvGrpSpPr/>
          <p:nvPr/>
        </p:nvGrpSpPr>
        <p:grpSpPr>
          <a:xfrm>
            <a:off x="6733946" y="2306680"/>
            <a:ext cx="3856996" cy="3570474"/>
            <a:chOff x="6733946" y="2306680"/>
            <a:chExt cx="3856996" cy="3570474"/>
          </a:xfrm>
        </p:grpSpPr>
        <p:sp>
          <p:nvSpPr>
            <p:cNvPr id="291" name="Google Shape;291;p24"/>
            <p:cNvSpPr/>
            <p:nvPr/>
          </p:nvSpPr>
          <p:spPr>
            <a:xfrm rot="-4082663">
              <a:off x="7259685" y="4032249"/>
              <a:ext cx="1814449" cy="1460786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 rot="2085802">
              <a:off x="8287338" y="2834347"/>
              <a:ext cx="1599314" cy="1129682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 rot="-436672">
              <a:off x="8745785" y="3875771"/>
              <a:ext cx="1772968" cy="1252333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4"/>
            <p:cNvSpPr/>
            <p:nvPr/>
          </p:nvSpPr>
          <p:spPr>
            <a:xfrm rot="9600322">
              <a:off x="8630373" y="2495861"/>
              <a:ext cx="1290589" cy="1044099"/>
            </a:xfrm>
            <a:custGeom>
              <a:rect b="b" l="l" r="r" t="t"/>
              <a:pathLst>
                <a:path extrusionOk="0" h="37839" w="46772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 rot="6210513">
              <a:off x="8421846" y="3861961"/>
              <a:ext cx="892031" cy="499937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 rot="-8100153">
              <a:off x="6794865" y="4649203"/>
              <a:ext cx="855533" cy="526642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24"/>
          <p:cNvGrpSpPr/>
          <p:nvPr/>
        </p:nvGrpSpPr>
        <p:grpSpPr>
          <a:xfrm>
            <a:off x="-760887" y="-180367"/>
            <a:ext cx="1891107" cy="2780767"/>
            <a:chOff x="-760887" y="-180367"/>
            <a:chExt cx="1891107" cy="2780767"/>
          </a:xfrm>
        </p:grpSpPr>
        <p:sp>
          <p:nvSpPr>
            <p:cNvPr id="298" name="Google Shape;298;p24"/>
            <p:cNvSpPr/>
            <p:nvPr/>
          </p:nvSpPr>
          <p:spPr>
            <a:xfrm rot="-5400000">
              <a:off x="515794" y="-120926"/>
              <a:ext cx="606433" cy="622420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 rot="-10442058">
              <a:off x="9316" y="-141600"/>
              <a:ext cx="810594" cy="1239708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 rot="2565321">
              <a:off x="-304569" y="1060673"/>
              <a:ext cx="798877" cy="1462942"/>
            </a:xfrm>
            <a:custGeom>
              <a:rect b="b" l="l" r="r" t="t"/>
              <a:pathLst>
                <a:path extrusionOk="0" h="53575" w="29256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 rot="3228475">
              <a:off x="-740947" y="967735"/>
              <a:ext cx="931122" cy="521862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 flipH="1" rot="3839827">
              <a:off x="-491668" y="195616"/>
              <a:ext cx="746805" cy="919117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5"/>
          <p:cNvGrpSpPr/>
          <p:nvPr/>
        </p:nvGrpSpPr>
        <p:grpSpPr>
          <a:xfrm>
            <a:off x="7302349" y="-515410"/>
            <a:ext cx="2828152" cy="3087989"/>
            <a:chOff x="7213724" y="-467685"/>
            <a:chExt cx="2828152" cy="3087989"/>
          </a:xfrm>
        </p:grpSpPr>
        <p:sp>
          <p:nvSpPr>
            <p:cNvPr id="305" name="Google Shape;305;p25"/>
            <p:cNvSpPr/>
            <p:nvPr/>
          </p:nvSpPr>
          <p:spPr>
            <a:xfrm rot="-9916192">
              <a:off x="8219442" y="1072600"/>
              <a:ext cx="1677515" cy="1356731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 rot="5222901">
              <a:off x="7298765" y="-325972"/>
              <a:ext cx="606055" cy="745918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 rot="214893">
              <a:off x="8367572" y="458819"/>
              <a:ext cx="931108" cy="521854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 rot="824100">
              <a:off x="7708973" y="-294010"/>
              <a:ext cx="1599151" cy="1129579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" name="Google Shape;309;p25"/>
          <p:cNvGrpSpPr/>
          <p:nvPr/>
        </p:nvGrpSpPr>
        <p:grpSpPr>
          <a:xfrm>
            <a:off x="-1392307" y="2446225"/>
            <a:ext cx="3785822" cy="3657921"/>
            <a:chOff x="-1242282" y="2398500"/>
            <a:chExt cx="3785822" cy="3657921"/>
          </a:xfrm>
        </p:grpSpPr>
        <p:sp>
          <p:nvSpPr>
            <p:cNvPr id="310" name="Google Shape;310;p25"/>
            <p:cNvSpPr/>
            <p:nvPr/>
          </p:nvSpPr>
          <p:spPr>
            <a:xfrm rot="-9867407">
              <a:off x="-456836" y="4579171"/>
              <a:ext cx="646703" cy="663776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 rot="3698900">
              <a:off x="77221" y="4226163"/>
              <a:ext cx="1599087" cy="1129567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 rot="6807064">
              <a:off x="-1118402" y="2791058"/>
              <a:ext cx="1814410" cy="1460755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 rot="-816931">
              <a:off x="275340" y="4825217"/>
              <a:ext cx="757387" cy="1158334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4" name="Google Shape;314;p25"/>
            <p:cNvGrpSpPr/>
            <p:nvPr/>
          </p:nvGrpSpPr>
          <p:grpSpPr>
            <a:xfrm rot="-129703">
              <a:off x="1441184" y="4574261"/>
              <a:ext cx="1086092" cy="882814"/>
              <a:chOff x="2794650" y="3098825"/>
              <a:chExt cx="1072450" cy="871725"/>
            </a:xfrm>
          </p:grpSpPr>
          <p:sp>
            <p:nvSpPr>
              <p:cNvPr id="315" name="Google Shape;315;p25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rect b="b" l="l" r="r" t="t"/>
                <a:pathLst>
                  <a:path extrusionOk="0" h="34869" w="38703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5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rect b="b" l="l" r="r" t="t"/>
                <a:pathLst>
                  <a:path extrusionOk="0" h="13698" w="24725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7" name="Google Shape;317;p25"/>
          <p:cNvSpPr txBox="1"/>
          <p:nvPr>
            <p:ph type="title"/>
          </p:nvPr>
        </p:nvSpPr>
        <p:spPr>
          <a:xfrm>
            <a:off x="948600" y="36575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8" name="Google Shape;318;p25"/>
          <p:cNvSpPr txBox="1"/>
          <p:nvPr>
            <p:ph idx="1" type="subTitle"/>
          </p:nvPr>
        </p:nvSpPr>
        <p:spPr>
          <a:xfrm>
            <a:off x="789422" y="1816037"/>
            <a:ext cx="24693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25"/>
          <p:cNvSpPr txBox="1"/>
          <p:nvPr>
            <p:ph idx="2" type="subTitle"/>
          </p:nvPr>
        </p:nvSpPr>
        <p:spPr>
          <a:xfrm>
            <a:off x="3282145" y="1816046"/>
            <a:ext cx="25797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25"/>
          <p:cNvSpPr txBox="1"/>
          <p:nvPr>
            <p:ph idx="3" type="subTitle"/>
          </p:nvPr>
        </p:nvSpPr>
        <p:spPr>
          <a:xfrm>
            <a:off x="789422" y="3570900"/>
            <a:ext cx="24693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25"/>
          <p:cNvSpPr txBox="1"/>
          <p:nvPr>
            <p:ph idx="4" type="subTitle"/>
          </p:nvPr>
        </p:nvSpPr>
        <p:spPr>
          <a:xfrm>
            <a:off x="3282146" y="3570901"/>
            <a:ext cx="25797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25"/>
          <p:cNvSpPr txBox="1"/>
          <p:nvPr>
            <p:ph idx="5" type="subTitle"/>
          </p:nvPr>
        </p:nvSpPr>
        <p:spPr>
          <a:xfrm>
            <a:off x="5885273" y="1816043"/>
            <a:ext cx="24693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25"/>
          <p:cNvSpPr txBox="1"/>
          <p:nvPr>
            <p:ph idx="6" type="subTitle"/>
          </p:nvPr>
        </p:nvSpPr>
        <p:spPr>
          <a:xfrm>
            <a:off x="5885274" y="3570900"/>
            <a:ext cx="24693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24" name="Google Shape;324;p25"/>
          <p:cNvSpPr txBox="1"/>
          <p:nvPr>
            <p:ph idx="7" type="subTitle"/>
          </p:nvPr>
        </p:nvSpPr>
        <p:spPr>
          <a:xfrm>
            <a:off x="789422" y="1480275"/>
            <a:ext cx="2469300" cy="5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8" type="subTitle"/>
          </p:nvPr>
        </p:nvSpPr>
        <p:spPr>
          <a:xfrm>
            <a:off x="3282147" y="1480275"/>
            <a:ext cx="2577300" cy="5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9" type="subTitle"/>
          </p:nvPr>
        </p:nvSpPr>
        <p:spPr>
          <a:xfrm>
            <a:off x="5885278" y="1480275"/>
            <a:ext cx="2466900" cy="5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13" type="subTitle"/>
          </p:nvPr>
        </p:nvSpPr>
        <p:spPr>
          <a:xfrm>
            <a:off x="789422" y="3225461"/>
            <a:ext cx="2469300" cy="5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14" type="subTitle"/>
          </p:nvPr>
        </p:nvSpPr>
        <p:spPr>
          <a:xfrm>
            <a:off x="3282147" y="3225457"/>
            <a:ext cx="2577300" cy="5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15" type="subTitle"/>
          </p:nvPr>
        </p:nvSpPr>
        <p:spPr>
          <a:xfrm>
            <a:off x="5885278" y="3225453"/>
            <a:ext cx="2469300" cy="5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 txBox="1"/>
          <p:nvPr>
            <p:ph type="title"/>
          </p:nvPr>
        </p:nvSpPr>
        <p:spPr>
          <a:xfrm>
            <a:off x="2347938" y="7523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2" name="Google Shape;332;p26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33" name="Google Shape;333;p2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0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334" name="Google Shape;334;p26"/>
          <p:cNvGrpSpPr/>
          <p:nvPr/>
        </p:nvGrpSpPr>
        <p:grpSpPr>
          <a:xfrm>
            <a:off x="-1225150" y="973235"/>
            <a:ext cx="3889795" cy="5278896"/>
            <a:chOff x="-1225150" y="973235"/>
            <a:chExt cx="3889795" cy="5278896"/>
          </a:xfrm>
        </p:grpSpPr>
        <p:grpSp>
          <p:nvGrpSpPr>
            <p:cNvPr id="335" name="Google Shape;335;p26"/>
            <p:cNvGrpSpPr/>
            <p:nvPr/>
          </p:nvGrpSpPr>
          <p:grpSpPr>
            <a:xfrm>
              <a:off x="-77570" y="1748908"/>
              <a:ext cx="711745" cy="776187"/>
              <a:chOff x="7406400" y="661950"/>
              <a:chExt cx="759600" cy="828375"/>
            </a:xfrm>
          </p:grpSpPr>
          <p:sp>
            <p:nvSpPr>
              <p:cNvPr id="336" name="Google Shape;336;p26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rect b="b" l="l" r="r" t="t"/>
                <a:pathLst>
                  <a:path extrusionOk="0" h="33135" w="30384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6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rect b="b" l="l" r="r" t="t"/>
                <a:pathLst>
                  <a:path extrusionOk="0" h="27403" w="25954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8" name="Google Shape;338;p26"/>
            <p:cNvSpPr/>
            <p:nvPr/>
          </p:nvSpPr>
          <p:spPr>
            <a:xfrm rot="-6539365">
              <a:off x="-381313" y="2930697"/>
              <a:ext cx="685649" cy="1707253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 rot="7594616">
              <a:off x="-265507" y="4107933"/>
              <a:ext cx="1151312" cy="1298207"/>
            </a:xfrm>
            <a:custGeom>
              <a:rect b="b" l="l" r="r" t="t"/>
              <a:pathLst>
                <a:path extrusionOk="0" h="40229" w="35677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 rot="-2700000">
              <a:off x="-1022418" y="2503676"/>
              <a:ext cx="1967858" cy="1388527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1" name="Google Shape;341;p26"/>
            <p:cNvGrpSpPr/>
            <p:nvPr/>
          </p:nvGrpSpPr>
          <p:grpSpPr>
            <a:xfrm>
              <a:off x="-554154" y="973235"/>
              <a:ext cx="954266" cy="775661"/>
              <a:chOff x="2794650" y="3098825"/>
              <a:chExt cx="1072450" cy="871725"/>
            </a:xfrm>
          </p:grpSpPr>
          <p:sp>
            <p:nvSpPr>
              <p:cNvPr id="342" name="Google Shape;342;p26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rect b="b" l="l" r="r" t="t"/>
                <a:pathLst>
                  <a:path extrusionOk="0" h="34869" w="38703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rect b="b" l="l" r="r" t="t"/>
                <a:pathLst>
                  <a:path extrusionOk="0" h="13698" w="24725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4" name="Google Shape;344;p26"/>
            <p:cNvSpPr/>
            <p:nvPr/>
          </p:nvSpPr>
          <p:spPr>
            <a:xfrm rot="-8833627">
              <a:off x="920731" y="4621969"/>
              <a:ext cx="1503944" cy="1328874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 rot="-8833627">
              <a:off x="1443975" y="4681324"/>
              <a:ext cx="665537" cy="854206"/>
            </a:xfrm>
            <a:custGeom>
              <a:rect b="b" l="l" r="r" t="t"/>
              <a:pathLst>
                <a:path extrusionOk="0" h="25250" w="19673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26"/>
          <p:cNvGrpSpPr/>
          <p:nvPr/>
        </p:nvGrpSpPr>
        <p:grpSpPr>
          <a:xfrm>
            <a:off x="7877576" y="-776227"/>
            <a:ext cx="2141620" cy="4989920"/>
            <a:chOff x="7877576" y="-776227"/>
            <a:chExt cx="2141620" cy="4989920"/>
          </a:xfrm>
        </p:grpSpPr>
        <p:grpSp>
          <p:nvGrpSpPr>
            <p:cNvPr id="347" name="Google Shape;347;p26"/>
            <p:cNvGrpSpPr/>
            <p:nvPr/>
          </p:nvGrpSpPr>
          <p:grpSpPr>
            <a:xfrm>
              <a:off x="7877576" y="-776227"/>
              <a:ext cx="2141620" cy="4113823"/>
              <a:chOff x="7877576" y="-776227"/>
              <a:chExt cx="2141620" cy="4113823"/>
            </a:xfrm>
          </p:grpSpPr>
          <p:sp>
            <p:nvSpPr>
              <p:cNvPr id="348" name="Google Shape;348;p26"/>
              <p:cNvSpPr/>
              <p:nvPr/>
            </p:nvSpPr>
            <p:spPr>
              <a:xfrm flipH="1" rot="-7079587">
                <a:off x="8041119" y="-362697"/>
                <a:ext cx="1814534" cy="1460855"/>
              </a:xfrm>
              <a:custGeom>
                <a:rect b="b" l="l" r="r" t="t"/>
                <a:pathLst>
                  <a:path extrusionOk="0" h="50408" w="62612">
                    <a:moveTo>
                      <a:pt x="31782" y="6106"/>
                    </a:moveTo>
                    <a:cubicBezTo>
                      <a:pt x="34043" y="6106"/>
                      <a:pt x="35239" y="9407"/>
                      <a:pt x="35329" y="11838"/>
                    </a:cubicBezTo>
                    <a:cubicBezTo>
                      <a:pt x="35572" y="17858"/>
                      <a:pt x="33542" y="23821"/>
                      <a:pt x="30324" y="28940"/>
                    </a:cubicBezTo>
                    <a:cubicBezTo>
                      <a:pt x="27293" y="25608"/>
                      <a:pt x="25792" y="20418"/>
                      <a:pt x="25792" y="16185"/>
                    </a:cubicBezTo>
                    <a:cubicBezTo>
                      <a:pt x="25863" y="12853"/>
                      <a:pt x="26864" y="9036"/>
                      <a:pt x="29667" y="6948"/>
                    </a:cubicBezTo>
                    <a:cubicBezTo>
                      <a:pt x="30452" y="6357"/>
                      <a:pt x="31158" y="6106"/>
                      <a:pt x="31782" y="6106"/>
                    </a:cubicBezTo>
                    <a:close/>
                    <a:moveTo>
                      <a:pt x="31814" y="1"/>
                    </a:moveTo>
                    <a:cubicBezTo>
                      <a:pt x="31045" y="1"/>
                      <a:pt x="30251" y="109"/>
                      <a:pt x="29438" y="342"/>
                    </a:cubicBezTo>
                    <a:cubicBezTo>
                      <a:pt x="24605" y="1657"/>
                      <a:pt x="21387" y="6533"/>
                      <a:pt x="20258" y="11123"/>
                    </a:cubicBezTo>
                    <a:cubicBezTo>
                      <a:pt x="19185" y="15470"/>
                      <a:pt x="19486" y="20603"/>
                      <a:pt x="21030" y="25251"/>
                    </a:cubicBezTo>
                    <a:cubicBezTo>
                      <a:pt x="21387" y="26194"/>
                      <a:pt x="21688" y="27210"/>
                      <a:pt x="22102" y="28168"/>
                    </a:cubicBezTo>
                    <a:cubicBezTo>
                      <a:pt x="23060" y="30613"/>
                      <a:pt x="24190" y="32929"/>
                      <a:pt x="25734" y="34831"/>
                    </a:cubicBezTo>
                    <a:cubicBezTo>
                      <a:pt x="25563" y="35017"/>
                      <a:pt x="25377" y="35260"/>
                      <a:pt x="25148" y="35431"/>
                    </a:cubicBezTo>
                    <a:cubicBezTo>
                      <a:pt x="19243" y="40550"/>
                      <a:pt x="11679" y="43596"/>
                      <a:pt x="3928" y="44254"/>
                    </a:cubicBezTo>
                    <a:cubicBezTo>
                      <a:pt x="122" y="44545"/>
                      <a:pt x="0" y="50408"/>
                      <a:pt x="3562" y="50408"/>
                    </a:cubicBezTo>
                    <a:cubicBezTo>
                      <a:pt x="3680" y="50408"/>
                      <a:pt x="3802" y="50401"/>
                      <a:pt x="3928" y="50388"/>
                    </a:cubicBezTo>
                    <a:cubicBezTo>
                      <a:pt x="5187" y="50274"/>
                      <a:pt x="6488" y="50088"/>
                      <a:pt x="7746" y="49845"/>
                    </a:cubicBezTo>
                    <a:cubicBezTo>
                      <a:pt x="8516" y="49964"/>
                      <a:pt x="9287" y="50020"/>
                      <a:pt x="10058" y="50020"/>
                    </a:cubicBezTo>
                    <a:cubicBezTo>
                      <a:pt x="17823" y="50020"/>
                      <a:pt x="25520" y="44281"/>
                      <a:pt x="30567" y="38649"/>
                    </a:cubicBezTo>
                    <a:cubicBezTo>
                      <a:pt x="30982" y="38892"/>
                      <a:pt x="31454" y="39063"/>
                      <a:pt x="31940" y="39249"/>
                    </a:cubicBezTo>
                    <a:cubicBezTo>
                      <a:pt x="33550" y="39795"/>
                      <a:pt x="35215" y="40037"/>
                      <a:pt x="36889" y="40037"/>
                    </a:cubicBezTo>
                    <a:cubicBezTo>
                      <a:pt x="41223" y="40037"/>
                      <a:pt x="45619" y="38417"/>
                      <a:pt x="49270" y="36261"/>
                    </a:cubicBezTo>
                    <a:cubicBezTo>
                      <a:pt x="54389" y="33229"/>
                      <a:pt x="58679" y="28883"/>
                      <a:pt x="61725" y="23749"/>
                    </a:cubicBezTo>
                    <a:cubicBezTo>
                      <a:pt x="62611" y="22262"/>
                      <a:pt x="62082" y="20175"/>
                      <a:pt x="60538" y="19288"/>
                    </a:cubicBezTo>
                    <a:cubicBezTo>
                      <a:pt x="60012" y="18987"/>
                      <a:pt x="59479" y="18851"/>
                      <a:pt x="58964" y="18851"/>
                    </a:cubicBezTo>
                    <a:cubicBezTo>
                      <a:pt x="57841" y="18851"/>
                      <a:pt x="56797" y="19495"/>
                      <a:pt x="56062" y="20475"/>
                    </a:cubicBezTo>
                    <a:cubicBezTo>
                      <a:pt x="51751" y="26076"/>
                      <a:pt x="45811" y="32409"/>
                      <a:pt x="38243" y="32409"/>
                    </a:cubicBezTo>
                    <a:cubicBezTo>
                      <a:pt x="37755" y="32409"/>
                      <a:pt x="37260" y="32383"/>
                      <a:pt x="36759" y="32329"/>
                    </a:cubicBezTo>
                    <a:cubicBezTo>
                      <a:pt x="36344" y="32271"/>
                      <a:pt x="35930" y="32214"/>
                      <a:pt x="35515" y="32100"/>
                    </a:cubicBezTo>
                    <a:cubicBezTo>
                      <a:pt x="39919" y="25065"/>
                      <a:pt x="42664" y="16485"/>
                      <a:pt x="40934" y="8378"/>
                    </a:cubicBezTo>
                    <a:cubicBezTo>
                      <a:pt x="40016" y="3849"/>
                      <a:pt x="36384" y="1"/>
                      <a:pt x="318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 rot="-228">
                <a:off x="8661440" y="1254126"/>
                <a:ext cx="931144" cy="521860"/>
              </a:xfrm>
              <a:custGeom>
                <a:rect b="b" l="l" r="r" t="t"/>
                <a:pathLst>
                  <a:path extrusionOk="0" h="13698" w="24725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 rot="-10381501">
                <a:off x="8382956" y="1826545"/>
                <a:ext cx="855547" cy="526643"/>
              </a:xfrm>
              <a:custGeom>
                <a:rect b="b" l="l" r="r" t="t"/>
                <a:pathLst>
                  <a:path extrusionOk="0" h="6638" w="10783">
                    <a:moveTo>
                      <a:pt x="4716" y="1"/>
                    </a:moveTo>
                    <a:cubicBezTo>
                      <a:pt x="4067" y="1"/>
                      <a:pt x="3427" y="476"/>
                      <a:pt x="3575" y="1454"/>
                    </a:cubicBezTo>
                    <a:cubicBezTo>
                      <a:pt x="3575" y="1625"/>
                      <a:pt x="3633" y="1811"/>
                      <a:pt x="3633" y="2054"/>
                    </a:cubicBezTo>
                    <a:cubicBezTo>
                      <a:pt x="2675" y="2226"/>
                      <a:pt x="1717" y="2412"/>
                      <a:pt x="887" y="2641"/>
                    </a:cubicBezTo>
                    <a:cubicBezTo>
                      <a:pt x="1" y="2941"/>
                      <a:pt x="172" y="4256"/>
                      <a:pt x="1073" y="4256"/>
                    </a:cubicBezTo>
                    <a:lnTo>
                      <a:pt x="3804" y="4256"/>
                    </a:lnTo>
                    <a:cubicBezTo>
                      <a:pt x="3804" y="4843"/>
                      <a:pt x="3861" y="5500"/>
                      <a:pt x="3990" y="6101"/>
                    </a:cubicBezTo>
                    <a:cubicBezTo>
                      <a:pt x="4076" y="6458"/>
                      <a:pt x="4401" y="6637"/>
                      <a:pt x="4721" y="6637"/>
                    </a:cubicBezTo>
                    <a:cubicBezTo>
                      <a:pt x="5041" y="6637"/>
                      <a:pt x="5356" y="6458"/>
                      <a:pt x="5420" y="6101"/>
                    </a:cubicBezTo>
                    <a:cubicBezTo>
                      <a:pt x="5534" y="5500"/>
                      <a:pt x="5592" y="4914"/>
                      <a:pt x="5649" y="4314"/>
                    </a:cubicBezTo>
                    <a:cubicBezTo>
                      <a:pt x="6584" y="4413"/>
                      <a:pt x="7573" y="4567"/>
                      <a:pt x="8522" y="4567"/>
                    </a:cubicBezTo>
                    <a:cubicBezTo>
                      <a:pt x="8661" y="4567"/>
                      <a:pt x="8800" y="4564"/>
                      <a:pt x="8938" y="4557"/>
                    </a:cubicBezTo>
                    <a:cubicBezTo>
                      <a:pt x="10367" y="4485"/>
                      <a:pt x="10782" y="2340"/>
                      <a:pt x="9295" y="1983"/>
                    </a:cubicBezTo>
                    <a:cubicBezTo>
                      <a:pt x="8519" y="1808"/>
                      <a:pt x="7602" y="1734"/>
                      <a:pt x="6683" y="1734"/>
                    </a:cubicBezTo>
                    <a:cubicBezTo>
                      <a:pt x="6399" y="1734"/>
                      <a:pt x="6115" y="1741"/>
                      <a:pt x="5835" y="1754"/>
                    </a:cubicBezTo>
                    <a:cubicBezTo>
                      <a:pt x="5835" y="1697"/>
                      <a:pt x="5835" y="1568"/>
                      <a:pt x="5892" y="1454"/>
                    </a:cubicBezTo>
                    <a:cubicBezTo>
                      <a:pt x="6043" y="494"/>
                      <a:pt x="5376" y="1"/>
                      <a:pt x="47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8430777" y="3058296"/>
                <a:ext cx="279300" cy="279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2" name="Google Shape;352;p26"/>
            <p:cNvSpPr/>
            <p:nvPr/>
          </p:nvSpPr>
          <p:spPr>
            <a:xfrm rot="-5177878">
              <a:off x="8766156" y="3530347"/>
              <a:ext cx="653736" cy="670994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/>
          <p:cNvSpPr/>
          <p:nvPr/>
        </p:nvSpPr>
        <p:spPr>
          <a:xfrm rot="2700000">
            <a:off x="8235803" y="644541"/>
            <a:ext cx="606085" cy="745955"/>
          </a:xfrm>
          <a:custGeom>
            <a:rect b="b" l="l" r="r" t="t"/>
            <a:pathLst>
              <a:path extrusionOk="0" h="14773" w="12003">
                <a:moveTo>
                  <a:pt x="2808" y="1"/>
                </a:moveTo>
                <a:cubicBezTo>
                  <a:pt x="2045" y="1"/>
                  <a:pt x="1284" y="485"/>
                  <a:pt x="1016" y="1297"/>
                </a:cubicBezTo>
                <a:cubicBezTo>
                  <a:pt x="1" y="4271"/>
                  <a:pt x="358" y="7617"/>
                  <a:pt x="2146" y="10234"/>
                </a:cubicBezTo>
                <a:cubicBezTo>
                  <a:pt x="3089" y="11907"/>
                  <a:pt x="4519" y="13265"/>
                  <a:pt x="6435" y="14051"/>
                </a:cubicBezTo>
                <a:cubicBezTo>
                  <a:pt x="7451" y="14466"/>
                  <a:pt x="8523" y="14695"/>
                  <a:pt x="9524" y="14766"/>
                </a:cubicBezTo>
                <a:cubicBezTo>
                  <a:pt x="9575" y="14770"/>
                  <a:pt x="9625" y="14772"/>
                  <a:pt x="9674" y="14772"/>
                </a:cubicBezTo>
                <a:cubicBezTo>
                  <a:pt x="11091" y="14772"/>
                  <a:pt x="12002" y="13221"/>
                  <a:pt x="11311" y="11964"/>
                </a:cubicBezTo>
                <a:lnTo>
                  <a:pt x="11254" y="11964"/>
                </a:lnTo>
                <a:cubicBezTo>
                  <a:pt x="10954" y="11420"/>
                  <a:pt x="10425" y="11063"/>
                  <a:pt x="9824" y="11006"/>
                </a:cubicBezTo>
                <a:cubicBezTo>
                  <a:pt x="9653" y="11006"/>
                  <a:pt x="9524" y="11006"/>
                  <a:pt x="9410" y="10949"/>
                </a:cubicBezTo>
                <a:lnTo>
                  <a:pt x="9167" y="10949"/>
                </a:lnTo>
                <a:cubicBezTo>
                  <a:pt x="7737" y="10534"/>
                  <a:pt x="6493" y="9819"/>
                  <a:pt x="5592" y="8747"/>
                </a:cubicBezTo>
                <a:cubicBezTo>
                  <a:pt x="5477" y="8689"/>
                  <a:pt x="5420" y="8561"/>
                  <a:pt x="5363" y="8446"/>
                </a:cubicBezTo>
                <a:cubicBezTo>
                  <a:pt x="5234" y="8260"/>
                  <a:pt x="5120" y="8032"/>
                  <a:pt x="5063" y="7789"/>
                </a:cubicBezTo>
                <a:cubicBezTo>
                  <a:pt x="4405" y="6058"/>
                  <a:pt x="4462" y="4271"/>
                  <a:pt x="4877" y="2484"/>
                </a:cubicBezTo>
                <a:cubicBezTo>
                  <a:pt x="5006" y="1769"/>
                  <a:pt x="4762" y="1111"/>
                  <a:pt x="4233" y="639"/>
                </a:cubicBezTo>
                <a:cubicBezTo>
                  <a:pt x="4162" y="582"/>
                  <a:pt x="4105" y="525"/>
                  <a:pt x="3990" y="467"/>
                </a:cubicBezTo>
                <a:cubicBezTo>
                  <a:pt x="3650" y="148"/>
                  <a:pt x="3229" y="1"/>
                  <a:pt x="28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 rot="-3409603">
            <a:off x="8638676" y="1155305"/>
            <a:ext cx="646694" cy="663766"/>
          </a:xfrm>
          <a:custGeom>
            <a:rect b="b" l="l" r="r" t="t"/>
            <a:pathLst>
              <a:path extrusionOk="0" h="8748" w="8523">
                <a:moveTo>
                  <a:pt x="6861" y="0"/>
                </a:moveTo>
                <a:cubicBezTo>
                  <a:pt x="6190" y="0"/>
                  <a:pt x="5461" y="510"/>
                  <a:pt x="5363" y="1298"/>
                </a:cubicBezTo>
                <a:cubicBezTo>
                  <a:pt x="5306" y="2256"/>
                  <a:pt x="5420" y="3328"/>
                  <a:pt x="5477" y="4343"/>
                </a:cubicBezTo>
                <a:cubicBezTo>
                  <a:pt x="5477" y="4815"/>
                  <a:pt x="5534" y="5344"/>
                  <a:pt x="5534" y="5830"/>
                </a:cubicBezTo>
                <a:lnTo>
                  <a:pt x="3876" y="5830"/>
                </a:lnTo>
                <a:cubicBezTo>
                  <a:pt x="3262" y="5830"/>
                  <a:pt x="2627" y="5762"/>
                  <a:pt x="1997" y="5762"/>
                </a:cubicBezTo>
                <a:cubicBezTo>
                  <a:pt x="1584" y="5762"/>
                  <a:pt x="1174" y="5791"/>
                  <a:pt x="773" y="5888"/>
                </a:cubicBezTo>
                <a:cubicBezTo>
                  <a:pt x="472" y="6002"/>
                  <a:pt x="115" y="6302"/>
                  <a:pt x="58" y="6602"/>
                </a:cubicBezTo>
                <a:lnTo>
                  <a:pt x="58" y="6846"/>
                </a:lnTo>
                <a:lnTo>
                  <a:pt x="58" y="6903"/>
                </a:lnTo>
                <a:cubicBezTo>
                  <a:pt x="1" y="7203"/>
                  <a:pt x="301" y="7560"/>
                  <a:pt x="530" y="7732"/>
                </a:cubicBezTo>
                <a:cubicBezTo>
                  <a:pt x="1488" y="8275"/>
                  <a:pt x="2617" y="8390"/>
                  <a:pt x="3690" y="8561"/>
                </a:cubicBezTo>
                <a:cubicBezTo>
                  <a:pt x="4819" y="8747"/>
                  <a:pt x="5963" y="8747"/>
                  <a:pt x="7093" y="8747"/>
                </a:cubicBezTo>
                <a:cubicBezTo>
                  <a:pt x="7808" y="8747"/>
                  <a:pt x="8523" y="8090"/>
                  <a:pt x="8466" y="7317"/>
                </a:cubicBezTo>
                <a:cubicBezTo>
                  <a:pt x="8394" y="6245"/>
                  <a:pt x="8337" y="5173"/>
                  <a:pt x="8280" y="4157"/>
                </a:cubicBezTo>
                <a:cubicBezTo>
                  <a:pt x="8165" y="3085"/>
                  <a:pt x="8165" y="1955"/>
                  <a:pt x="7979" y="940"/>
                </a:cubicBezTo>
                <a:cubicBezTo>
                  <a:pt x="7827" y="282"/>
                  <a:pt x="7360" y="0"/>
                  <a:pt x="68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"/>
          <p:cNvSpPr/>
          <p:nvPr/>
        </p:nvSpPr>
        <p:spPr>
          <a:xfrm rot="637204">
            <a:off x="7572845" y="-349921"/>
            <a:ext cx="1715880" cy="1210730"/>
          </a:xfrm>
          <a:custGeom>
            <a:rect b="b" l="l" r="r" t="t"/>
            <a:pathLst>
              <a:path extrusionOk="0" h="55471" w="78615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7691814" y="147708"/>
            <a:ext cx="279300" cy="279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27"/>
          <p:cNvGrpSpPr/>
          <p:nvPr/>
        </p:nvGrpSpPr>
        <p:grpSpPr>
          <a:xfrm rot="10800000">
            <a:off x="-474824" y="3027389"/>
            <a:ext cx="2962503" cy="3024835"/>
            <a:chOff x="6919907" y="-1345150"/>
            <a:chExt cx="2962503" cy="3024835"/>
          </a:xfrm>
        </p:grpSpPr>
        <p:sp>
          <p:nvSpPr>
            <p:cNvPr id="359" name="Google Shape;359;p27"/>
            <p:cNvSpPr/>
            <p:nvPr/>
          </p:nvSpPr>
          <p:spPr>
            <a:xfrm rot="-10381501">
              <a:off x="8822556" y="1103045"/>
              <a:ext cx="855547" cy="526643"/>
            </a:xfrm>
            <a:custGeom>
              <a:rect b="b" l="l" r="r" t="t"/>
              <a:pathLst>
                <a:path extrusionOk="0" h="6638" w="10783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 rot="2700000">
              <a:off x="8128804" y="-497200"/>
              <a:ext cx="1504014" cy="1328936"/>
            </a:xfrm>
            <a:custGeom>
              <a:rect b="b" l="l" r="r" t="t"/>
              <a:pathLst>
                <a:path extrusionOk="0" h="39281" w="44456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 rot="-8100000">
              <a:off x="8438855" y="-149034"/>
              <a:ext cx="665568" cy="854246"/>
            </a:xfrm>
            <a:custGeom>
              <a:rect b="b" l="l" r="r" t="t"/>
              <a:pathLst>
                <a:path extrusionOk="0" h="25250" w="19673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 flipH="1" rot="4278703">
              <a:off x="7351527" y="-1355685"/>
              <a:ext cx="1301218" cy="1844786"/>
            </a:xfrm>
            <a:custGeom>
              <a:rect b="b" l="l" r="r" t="t"/>
              <a:pathLst>
                <a:path extrusionOk="0" h="45654" w="32202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27"/>
          <p:cNvSpPr/>
          <p:nvPr/>
        </p:nvSpPr>
        <p:spPr>
          <a:xfrm rot="3228475">
            <a:off x="2203128" y="4755135"/>
            <a:ext cx="931122" cy="521862"/>
          </a:xfrm>
          <a:custGeom>
            <a:rect b="b" l="l" r="r" t="t"/>
            <a:pathLst>
              <a:path extrusionOk="0" h="13698" w="24725">
                <a:moveTo>
                  <a:pt x="19194" y="0"/>
                </a:moveTo>
                <a:cubicBezTo>
                  <a:pt x="18979" y="0"/>
                  <a:pt x="18763" y="20"/>
                  <a:pt x="18547" y="61"/>
                </a:cubicBezTo>
                <a:cubicBezTo>
                  <a:pt x="15516" y="604"/>
                  <a:pt x="13071" y="2263"/>
                  <a:pt x="10382" y="3750"/>
                </a:cubicBezTo>
                <a:cubicBezTo>
                  <a:pt x="7651" y="5309"/>
                  <a:pt x="4734" y="6739"/>
                  <a:pt x="2160" y="8583"/>
                </a:cubicBezTo>
                <a:cubicBezTo>
                  <a:pt x="1" y="10158"/>
                  <a:pt x="883" y="13697"/>
                  <a:pt x="3484" y="13697"/>
                </a:cubicBezTo>
                <a:cubicBezTo>
                  <a:pt x="3741" y="13697"/>
                  <a:pt x="4016" y="13663"/>
                  <a:pt x="4305" y="13588"/>
                </a:cubicBezTo>
                <a:cubicBezTo>
                  <a:pt x="7594" y="12758"/>
                  <a:pt x="10683" y="11329"/>
                  <a:pt x="13843" y="10127"/>
                </a:cubicBezTo>
                <a:cubicBezTo>
                  <a:pt x="16817" y="8941"/>
                  <a:pt x="19505" y="7983"/>
                  <a:pt x="22007" y="5895"/>
                </a:cubicBezTo>
                <a:cubicBezTo>
                  <a:pt x="24725" y="3630"/>
                  <a:pt x="22118" y="0"/>
                  <a:pt x="1919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 rot="-1691797">
            <a:off x="8619193" y="1516337"/>
            <a:ext cx="685674" cy="1707319"/>
          </a:xfrm>
          <a:custGeom>
            <a:rect b="b" l="l" r="r" t="t"/>
            <a:pathLst>
              <a:path extrusionOk="0" h="46762" w="18776">
                <a:moveTo>
                  <a:pt x="6789" y="1"/>
                </a:moveTo>
                <a:cubicBezTo>
                  <a:pt x="3426" y="1"/>
                  <a:pt x="2347" y="5490"/>
                  <a:pt x="6078" y="6724"/>
                </a:cubicBezTo>
                <a:cubicBezTo>
                  <a:pt x="7565" y="7211"/>
                  <a:pt x="7150" y="8640"/>
                  <a:pt x="6135" y="9355"/>
                </a:cubicBezTo>
                <a:cubicBezTo>
                  <a:pt x="4176" y="10657"/>
                  <a:pt x="2260" y="11500"/>
                  <a:pt x="1259" y="13702"/>
                </a:cubicBezTo>
                <a:cubicBezTo>
                  <a:pt x="1" y="16319"/>
                  <a:pt x="716" y="19422"/>
                  <a:pt x="2389" y="21681"/>
                </a:cubicBezTo>
                <a:cubicBezTo>
                  <a:pt x="4047" y="23826"/>
                  <a:pt x="6435" y="24841"/>
                  <a:pt x="8408" y="26629"/>
                </a:cubicBezTo>
                <a:cubicBezTo>
                  <a:pt x="9896" y="28058"/>
                  <a:pt x="9409" y="28959"/>
                  <a:pt x="8337" y="30561"/>
                </a:cubicBezTo>
                <a:cubicBezTo>
                  <a:pt x="7036" y="32648"/>
                  <a:pt x="5720" y="34793"/>
                  <a:pt x="5720" y="37353"/>
                </a:cubicBezTo>
                <a:cubicBezTo>
                  <a:pt x="5771" y="41864"/>
                  <a:pt x="10603" y="46761"/>
                  <a:pt x="15328" y="46761"/>
                </a:cubicBezTo>
                <a:cubicBezTo>
                  <a:pt x="15905" y="46761"/>
                  <a:pt x="16480" y="46688"/>
                  <a:pt x="17045" y="46533"/>
                </a:cubicBezTo>
                <a:cubicBezTo>
                  <a:pt x="18232" y="46175"/>
                  <a:pt x="18775" y="44802"/>
                  <a:pt x="18175" y="43673"/>
                </a:cubicBezTo>
                <a:cubicBezTo>
                  <a:pt x="16916" y="41399"/>
                  <a:pt x="13885" y="40813"/>
                  <a:pt x="12698" y="38425"/>
                </a:cubicBezTo>
                <a:cubicBezTo>
                  <a:pt x="11854" y="36695"/>
                  <a:pt x="13227" y="35322"/>
                  <a:pt x="14185" y="33964"/>
                </a:cubicBezTo>
                <a:cubicBezTo>
                  <a:pt x="15615" y="31748"/>
                  <a:pt x="16559" y="29317"/>
                  <a:pt x="16030" y="26686"/>
                </a:cubicBezTo>
                <a:cubicBezTo>
                  <a:pt x="15429" y="24012"/>
                  <a:pt x="13470" y="21981"/>
                  <a:pt x="11325" y="20437"/>
                </a:cubicBezTo>
                <a:cubicBezTo>
                  <a:pt x="10425" y="19779"/>
                  <a:pt x="6850" y="17749"/>
                  <a:pt x="7265" y="16619"/>
                </a:cubicBezTo>
                <a:cubicBezTo>
                  <a:pt x="7450" y="16090"/>
                  <a:pt x="8580" y="15733"/>
                  <a:pt x="9052" y="15432"/>
                </a:cubicBezTo>
                <a:cubicBezTo>
                  <a:pt x="10196" y="14775"/>
                  <a:pt x="11197" y="14060"/>
                  <a:pt x="12040" y="13045"/>
                </a:cubicBezTo>
                <a:cubicBezTo>
                  <a:pt x="15729" y="8397"/>
                  <a:pt x="13284" y="1963"/>
                  <a:pt x="7865" y="176"/>
                </a:cubicBezTo>
                <a:cubicBezTo>
                  <a:pt x="7485" y="56"/>
                  <a:pt x="7126" y="1"/>
                  <a:pt x="67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8"/>
          <p:cNvGrpSpPr/>
          <p:nvPr/>
        </p:nvGrpSpPr>
        <p:grpSpPr>
          <a:xfrm rot="10800000">
            <a:off x="-505949" y="2746707"/>
            <a:ext cx="3067910" cy="3392517"/>
            <a:chOff x="6725926" y="-1002468"/>
            <a:chExt cx="3067910" cy="3392517"/>
          </a:xfrm>
        </p:grpSpPr>
        <p:sp>
          <p:nvSpPr>
            <p:cNvPr id="367" name="Google Shape;367;p28"/>
            <p:cNvSpPr/>
            <p:nvPr/>
          </p:nvSpPr>
          <p:spPr>
            <a:xfrm rot="-9544000">
              <a:off x="7929233" y="-415754"/>
              <a:ext cx="1677589" cy="1356790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 rot="-7073489">
              <a:off x="8338715" y="1050681"/>
              <a:ext cx="646697" cy="663769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 rot="-7255573">
              <a:off x="9034842" y="1530192"/>
              <a:ext cx="496310" cy="65333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 rot="8663827">
              <a:off x="7158861" y="-962487"/>
              <a:ext cx="685679" cy="1707345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 rot="-881599">
              <a:off x="8572322" y="1579438"/>
              <a:ext cx="606077" cy="745945"/>
            </a:xfrm>
            <a:custGeom>
              <a:rect b="b" l="l" r="r" t="t"/>
              <a:pathLst>
                <a:path extrusionOk="0" h="14773" w="12003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28"/>
          <p:cNvGrpSpPr/>
          <p:nvPr/>
        </p:nvGrpSpPr>
        <p:grpSpPr>
          <a:xfrm rot="10800000">
            <a:off x="6774389" y="-855642"/>
            <a:ext cx="3436926" cy="2790267"/>
            <a:chOff x="-1207361" y="3075271"/>
            <a:chExt cx="3436926" cy="2790267"/>
          </a:xfrm>
        </p:grpSpPr>
        <p:sp>
          <p:nvSpPr>
            <p:cNvPr id="373" name="Google Shape;373;p28"/>
            <p:cNvSpPr/>
            <p:nvPr/>
          </p:nvSpPr>
          <p:spPr>
            <a:xfrm rot="1211703">
              <a:off x="25820" y="4395815"/>
              <a:ext cx="1715918" cy="1210757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 rot="-816931">
              <a:off x="-345185" y="4151292"/>
              <a:ext cx="757387" cy="1158334"/>
            </a:xfrm>
            <a:custGeom>
              <a:rect b="b" l="l" r="r" t="t"/>
              <a:pathLst>
                <a:path extrusionOk="0" h="18218" w="11912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-1207361" y="3165569"/>
              <a:ext cx="1920589" cy="1044180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40052" y="3075271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 rot="3228475">
              <a:off x="1278503" y="4655847"/>
              <a:ext cx="931122" cy="521862"/>
            </a:xfrm>
            <a:custGeom>
              <a:rect b="b" l="l" r="r" t="t"/>
              <a:pathLst>
                <a:path extrusionOk="0" h="13698" w="24725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lbert Sans Black"/>
              <a:buNone/>
              <a:defRPr sz="33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type="ctrTitle"/>
          </p:nvPr>
        </p:nvSpPr>
        <p:spPr>
          <a:xfrm>
            <a:off x="2286000" y="1179150"/>
            <a:ext cx="4572000" cy="27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5</a:t>
            </a:r>
            <a:endParaRPr/>
          </a:p>
        </p:txBody>
      </p:sp>
      <p:grpSp>
        <p:nvGrpSpPr>
          <p:cNvPr id="383" name="Google Shape;383;p29"/>
          <p:cNvGrpSpPr/>
          <p:nvPr/>
        </p:nvGrpSpPr>
        <p:grpSpPr>
          <a:xfrm>
            <a:off x="201040" y="-655570"/>
            <a:ext cx="2476540" cy="4473716"/>
            <a:chOff x="201040" y="-655570"/>
            <a:chExt cx="2476540" cy="4473716"/>
          </a:xfrm>
        </p:grpSpPr>
        <p:sp>
          <p:nvSpPr>
            <p:cNvPr id="384" name="Google Shape;384;p29"/>
            <p:cNvSpPr/>
            <p:nvPr/>
          </p:nvSpPr>
          <p:spPr>
            <a:xfrm rot="3603388">
              <a:off x="989394" y="-245641"/>
              <a:ext cx="1599212" cy="1129652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573577" y="3538846"/>
              <a:ext cx="279300" cy="27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 rot="-8288887">
              <a:off x="1184930" y="870702"/>
              <a:ext cx="665563" cy="854241"/>
            </a:xfrm>
            <a:custGeom>
              <a:rect b="b" l="l" r="r" t="t"/>
              <a:pathLst>
                <a:path extrusionOk="0" h="25250" w="19673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 rot="-10488447">
              <a:off x="245643" y="1770216"/>
              <a:ext cx="1290708" cy="1044196"/>
            </a:xfrm>
            <a:custGeom>
              <a:rect b="b" l="l" r="r" t="t"/>
              <a:pathLst>
                <a:path extrusionOk="0" h="37839" w="46772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29"/>
          <p:cNvGrpSpPr/>
          <p:nvPr/>
        </p:nvGrpSpPr>
        <p:grpSpPr>
          <a:xfrm>
            <a:off x="6355342" y="1474866"/>
            <a:ext cx="3196575" cy="4538330"/>
            <a:chOff x="6355342" y="1474866"/>
            <a:chExt cx="3196575" cy="4538330"/>
          </a:xfrm>
        </p:grpSpPr>
        <p:grpSp>
          <p:nvGrpSpPr>
            <p:cNvPr id="389" name="Google Shape;389;p29"/>
            <p:cNvGrpSpPr/>
            <p:nvPr/>
          </p:nvGrpSpPr>
          <p:grpSpPr>
            <a:xfrm>
              <a:off x="6355342" y="1474866"/>
              <a:ext cx="3196575" cy="4538330"/>
              <a:chOff x="6355342" y="1474866"/>
              <a:chExt cx="3196575" cy="4538330"/>
            </a:xfrm>
          </p:grpSpPr>
          <p:sp>
            <p:nvSpPr>
              <p:cNvPr id="390" name="Google Shape;390;p29"/>
              <p:cNvSpPr/>
              <p:nvPr/>
            </p:nvSpPr>
            <p:spPr>
              <a:xfrm rot="-436672">
                <a:off x="7706760" y="1582121"/>
                <a:ext cx="1772968" cy="1252333"/>
              </a:xfrm>
              <a:custGeom>
                <a:rect b="b" l="l" r="r" t="t"/>
                <a:pathLst>
                  <a:path extrusionOk="0" h="51556" w="72982">
                    <a:moveTo>
                      <a:pt x="67508" y="1"/>
                    </a:moveTo>
                    <a:cubicBezTo>
                      <a:pt x="65429" y="1"/>
                      <a:pt x="63502" y="1313"/>
                      <a:pt x="63802" y="3958"/>
                    </a:cubicBezTo>
                    <a:cubicBezTo>
                      <a:pt x="64345" y="8419"/>
                      <a:pt x="64460" y="12895"/>
                      <a:pt x="64102" y="17356"/>
                    </a:cubicBezTo>
                    <a:cubicBezTo>
                      <a:pt x="58683" y="14024"/>
                      <a:pt x="53264" y="10807"/>
                      <a:pt x="47773" y="7704"/>
                    </a:cubicBezTo>
                    <a:cubicBezTo>
                      <a:pt x="47114" y="7318"/>
                      <a:pt x="46413" y="7142"/>
                      <a:pt x="45727" y="7142"/>
                    </a:cubicBezTo>
                    <a:cubicBezTo>
                      <a:pt x="43570" y="7142"/>
                      <a:pt x="41568" y="8881"/>
                      <a:pt x="41524" y="11279"/>
                    </a:cubicBezTo>
                    <a:cubicBezTo>
                      <a:pt x="41467" y="14854"/>
                      <a:pt x="41395" y="18428"/>
                      <a:pt x="41395" y="22003"/>
                    </a:cubicBezTo>
                    <a:cubicBezTo>
                      <a:pt x="41338" y="22718"/>
                      <a:pt x="41524" y="25464"/>
                      <a:pt x="41581" y="27551"/>
                    </a:cubicBezTo>
                    <a:cubicBezTo>
                      <a:pt x="36820" y="24563"/>
                      <a:pt x="31930" y="21946"/>
                      <a:pt x="26811" y="19558"/>
                    </a:cubicBezTo>
                    <a:cubicBezTo>
                      <a:pt x="26087" y="19235"/>
                      <a:pt x="25374" y="19083"/>
                      <a:pt x="24703" y="19083"/>
                    </a:cubicBezTo>
                    <a:cubicBezTo>
                      <a:pt x="22547" y="19083"/>
                      <a:pt x="20820" y="20653"/>
                      <a:pt x="20548" y="23204"/>
                    </a:cubicBezTo>
                    <a:cubicBezTo>
                      <a:pt x="20133" y="27065"/>
                      <a:pt x="19590" y="30940"/>
                      <a:pt x="18946" y="34815"/>
                    </a:cubicBezTo>
                    <a:cubicBezTo>
                      <a:pt x="14714" y="32370"/>
                      <a:pt x="10481" y="29868"/>
                      <a:pt x="6249" y="27422"/>
                    </a:cubicBezTo>
                    <a:cubicBezTo>
                      <a:pt x="5602" y="27059"/>
                      <a:pt x="4917" y="26893"/>
                      <a:pt x="4246" y="26893"/>
                    </a:cubicBezTo>
                    <a:cubicBezTo>
                      <a:pt x="2071" y="26893"/>
                      <a:pt x="57" y="28636"/>
                      <a:pt x="57" y="30997"/>
                    </a:cubicBezTo>
                    <a:cubicBezTo>
                      <a:pt x="0" y="37203"/>
                      <a:pt x="229" y="43509"/>
                      <a:pt x="1358" y="49657"/>
                    </a:cubicBezTo>
                    <a:cubicBezTo>
                      <a:pt x="1600" y="50930"/>
                      <a:pt x="2750" y="51556"/>
                      <a:pt x="3905" y="51556"/>
                    </a:cubicBezTo>
                    <a:cubicBezTo>
                      <a:pt x="5074" y="51556"/>
                      <a:pt x="6247" y="50916"/>
                      <a:pt x="6492" y="49657"/>
                    </a:cubicBezTo>
                    <a:cubicBezTo>
                      <a:pt x="7321" y="45839"/>
                      <a:pt x="7736" y="41907"/>
                      <a:pt x="7979" y="37975"/>
                    </a:cubicBezTo>
                    <a:cubicBezTo>
                      <a:pt x="11968" y="40292"/>
                      <a:pt x="15900" y="42622"/>
                      <a:pt x="19833" y="44881"/>
                    </a:cubicBezTo>
                    <a:cubicBezTo>
                      <a:pt x="20443" y="45256"/>
                      <a:pt x="21156" y="45432"/>
                      <a:pt x="21875" y="45432"/>
                    </a:cubicBezTo>
                    <a:cubicBezTo>
                      <a:pt x="23682" y="45432"/>
                      <a:pt x="25531" y="44318"/>
                      <a:pt x="25910" y="42436"/>
                    </a:cubicBezTo>
                    <a:cubicBezTo>
                      <a:pt x="26811" y="38089"/>
                      <a:pt x="27525" y="33800"/>
                      <a:pt x="28112" y="29453"/>
                    </a:cubicBezTo>
                    <a:cubicBezTo>
                      <a:pt x="32702" y="31841"/>
                      <a:pt x="37106" y="34458"/>
                      <a:pt x="41395" y="37317"/>
                    </a:cubicBezTo>
                    <a:cubicBezTo>
                      <a:pt x="41978" y="37710"/>
                      <a:pt x="42756" y="37918"/>
                      <a:pt x="43537" y="37918"/>
                    </a:cubicBezTo>
                    <a:cubicBezTo>
                      <a:pt x="44290" y="37918"/>
                      <a:pt x="45045" y="37725"/>
                      <a:pt x="45628" y="37317"/>
                    </a:cubicBezTo>
                    <a:cubicBezTo>
                      <a:pt x="48902" y="35058"/>
                      <a:pt x="49503" y="32070"/>
                      <a:pt x="49617" y="28266"/>
                    </a:cubicBezTo>
                    <a:cubicBezTo>
                      <a:pt x="49689" y="24992"/>
                      <a:pt x="49746" y="21703"/>
                      <a:pt x="49746" y="18486"/>
                    </a:cubicBezTo>
                    <a:cubicBezTo>
                      <a:pt x="54979" y="21531"/>
                      <a:pt x="60170" y="24634"/>
                      <a:pt x="65289" y="27851"/>
                    </a:cubicBezTo>
                    <a:cubicBezTo>
                      <a:pt x="65885" y="28213"/>
                      <a:pt x="66592" y="28383"/>
                      <a:pt x="67310" y="28383"/>
                    </a:cubicBezTo>
                    <a:cubicBezTo>
                      <a:pt x="69177" y="28383"/>
                      <a:pt x="71124" y="27239"/>
                      <a:pt x="71423" y="25349"/>
                    </a:cubicBezTo>
                    <a:cubicBezTo>
                      <a:pt x="72624" y="18200"/>
                      <a:pt x="72982" y="11165"/>
                      <a:pt x="72138" y="3958"/>
                    </a:cubicBezTo>
                    <a:cubicBezTo>
                      <a:pt x="71844" y="1327"/>
                      <a:pt x="69599" y="1"/>
                      <a:pt x="675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9"/>
              <p:cNvSpPr/>
              <p:nvPr/>
            </p:nvSpPr>
            <p:spPr>
              <a:xfrm flipH="1" rot="-9498748">
                <a:off x="6650152" y="3993281"/>
                <a:ext cx="1301214" cy="1844780"/>
              </a:xfrm>
              <a:custGeom>
                <a:rect b="b" l="l" r="r" t="t"/>
                <a:pathLst>
                  <a:path extrusionOk="0" h="45654" w="32202">
                    <a:moveTo>
                      <a:pt x="22078" y="34625"/>
                    </a:moveTo>
                    <a:lnTo>
                      <a:pt x="22078" y="34625"/>
                    </a:lnTo>
                    <a:cubicBezTo>
                      <a:pt x="23679" y="35040"/>
                      <a:pt x="25167" y="35755"/>
                      <a:pt x="25881" y="37070"/>
                    </a:cubicBezTo>
                    <a:cubicBezTo>
                      <a:pt x="26399" y="38037"/>
                      <a:pt x="26424" y="39757"/>
                      <a:pt x="25189" y="39757"/>
                    </a:cubicBezTo>
                    <a:cubicBezTo>
                      <a:pt x="25127" y="39757"/>
                      <a:pt x="25063" y="39753"/>
                      <a:pt x="24995" y="39744"/>
                    </a:cubicBezTo>
                    <a:cubicBezTo>
                      <a:pt x="23622" y="39630"/>
                      <a:pt x="22907" y="37242"/>
                      <a:pt x="22550" y="36169"/>
                    </a:cubicBezTo>
                    <a:cubicBezTo>
                      <a:pt x="22364" y="35640"/>
                      <a:pt x="22192" y="35168"/>
                      <a:pt x="22078" y="34625"/>
                    </a:cubicBezTo>
                    <a:close/>
                    <a:moveTo>
                      <a:pt x="28344" y="0"/>
                    </a:moveTo>
                    <a:cubicBezTo>
                      <a:pt x="27800" y="0"/>
                      <a:pt x="27234" y="214"/>
                      <a:pt x="26725" y="722"/>
                    </a:cubicBezTo>
                    <a:cubicBezTo>
                      <a:pt x="25410" y="2038"/>
                      <a:pt x="24280" y="3411"/>
                      <a:pt x="23208" y="4898"/>
                    </a:cubicBezTo>
                    <a:cubicBezTo>
                      <a:pt x="19390" y="10203"/>
                      <a:pt x="17002" y="16451"/>
                      <a:pt x="16358" y="23014"/>
                    </a:cubicBezTo>
                    <a:cubicBezTo>
                      <a:pt x="16173" y="23958"/>
                      <a:pt x="16058" y="24973"/>
                      <a:pt x="15929" y="25931"/>
                    </a:cubicBezTo>
                    <a:cubicBezTo>
                      <a:pt x="15815" y="27004"/>
                      <a:pt x="15758" y="28191"/>
                      <a:pt x="15701" y="29506"/>
                    </a:cubicBezTo>
                    <a:cubicBezTo>
                      <a:pt x="9381" y="30693"/>
                      <a:pt x="3604" y="36055"/>
                      <a:pt x="801" y="41360"/>
                    </a:cubicBezTo>
                    <a:cubicBezTo>
                      <a:pt x="0" y="42823"/>
                      <a:pt x="1297" y="44525"/>
                      <a:pt x="2695" y="44525"/>
                    </a:cubicBezTo>
                    <a:cubicBezTo>
                      <a:pt x="3170" y="44525"/>
                      <a:pt x="3656" y="44329"/>
                      <a:pt x="4076" y="43862"/>
                    </a:cubicBezTo>
                    <a:cubicBezTo>
                      <a:pt x="7178" y="40345"/>
                      <a:pt x="10696" y="36412"/>
                      <a:pt x="15043" y="34453"/>
                    </a:cubicBezTo>
                    <a:cubicBezTo>
                      <a:pt x="15286" y="34382"/>
                      <a:pt x="15515" y="34382"/>
                      <a:pt x="15758" y="34325"/>
                    </a:cubicBezTo>
                    <a:cubicBezTo>
                      <a:pt x="16223" y="40086"/>
                      <a:pt x="18367" y="45653"/>
                      <a:pt x="24993" y="45653"/>
                    </a:cubicBezTo>
                    <a:cubicBezTo>
                      <a:pt x="25092" y="45653"/>
                      <a:pt x="25193" y="45652"/>
                      <a:pt x="25295" y="45650"/>
                    </a:cubicBezTo>
                    <a:cubicBezTo>
                      <a:pt x="28927" y="45535"/>
                      <a:pt x="31658" y="42604"/>
                      <a:pt x="31901" y="39029"/>
                    </a:cubicBezTo>
                    <a:cubicBezTo>
                      <a:pt x="32202" y="34925"/>
                      <a:pt x="29285" y="31594"/>
                      <a:pt x="25653" y="30035"/>
                    </a:cubicBezTo>
                    <a:cubicBezTo>
                      <a:pt x="24094" y="29449"/>
                      <a:pt x="22550" y="29091"/>
                      <a:pt x="21063" y="29020"/>
                    </a:cubicBezTo>
                    <a:cubicBezTo>
                      <a:pt x="20348" y="19912"/>
                      <a:pt x="23737" y="10617"/>
                      <a:pt x="30114" y="4068"/>
                    </a:cubicBezTo>
                    <a:cubicBezTo>
                      <a:pt x="31719" y="2364"/>
                      <a:pt x="30154" y="0"/>
                      <a:pt x="283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9"/>
              <p:cNvSpPr/>
              <p:nvPr/>
            </p:nvSpPr>
            <p:spPr>
              <a:xfrm rot="4062885">
                <a:off x="7541694" y="2893507"/>
                <a:ext cx="1151310" cy="1298204"/>
              </a:xfrm>
              <a:custGeom>
                <a:rect b="b" l="l" r="r" t="t"/>
                <a:pathLst>
                  <a:path extrusionOk="0" h="40229" w="35677">
                    <a:moveTo>
                      <a:pt x="18565" y="1"/>
                    </a:moveTo>
                    <a:cubicBezTo>
                      <a:pt x="8730" y="1"/>
                      <a:pt x="2450" y="8328"/>
                      <a:pt x="887" y="17604"/>
                    </a:cubicBezTo>
                    <a:cubicBezTo>
                      <a:pt x="1" y="23023"/>
                      <a:pt x="773" y="29343"/>
                      <a:pt x="3690" y="34047"/>
                    </a:cubicBezTo>
                    <a:cubicBezTo>
                      <a:pt x="5714" y="37351"/>
                      <a:pt x="9658" y="40228"/>
                      <a:pt x="13537" y="40228"/>
                    </a:cubicBezTo>
                    <a:cubicBezTo>
                      <a:pt x="15248" y="40228"/>
                      <a:pt x="16946" y="39668"/>
                      <a:pt x="18461" y="38337"/>
                    </a:cubicBezTo>
                    <a:cubicBezTo>
                      <a:pt x="20524" y="36494"/>
                      <a:pt x="18790" y="33619"/>
                      <a:pt x="16377" y="33619"/>
                    </a:cubicBezTo>
                    <a:cubicBezTo>
                      <a:pt x="16281" y="33619"/>
                      <a:pt x="16185" y="33624"/>
                      <a:pt x="16087" y="33633"/>
                    </a:cubicBezTo>
                    <a:cubicBezTo>
                      <a:pt x="15742" y="33669"/>
                      <a:pt x="15405" y="33687"/>
                      <a:pt x="15076" y="33687"/>
                    </a:cubicBezTo>
                    <a:cubicBezTo>
                      <a:pt x="12786" y="33687"/>
                      <a:pt x="10894" y="32799"/>
                      <a:pt x="9581" y="30773"/>
                    </a:cubicBezTo>
                    <a:cubicBezTo>
                      <a:pt x="7923" y="28199"/>
                      <a:pt x="7322" y="24925"/>
                      <a:pt x="7322" y="21951"/>
                    </a:cubicBezTo>
                    <a:cubicBezTo>
                      <a:pt x="7322" y="16531"/>
                      <a:pt x="9352" y="9611"/>
                      <a:pt x="14829" y="7409"/>
                    </a:cubicBezTo>
                    <a:cubicBezTo>
                      <a:pt x="16018" y="6935"/>
                      <a:pt x="17288" y="6704"/>
                      <a:pt x="18552" y="6704"/>
                    </a:cubicBezTo>
                    <a:cubicBezTo>
                      <a:pt x="21906" y="6704"/>
                      <a:pt x="25217" y="8334"/>
                      <a:pt x="26869" y="11398"/>
                    </a:cubicBezTo>
                    <a:cubicBezTo>
                      <a:pt x="29128" y="15516"/>
                      <a:pt x="28599" y="21479"/>
                      <a:pt x="24238" y="23981"/>
                    </a:cubicBezTo>
                    <a:cubicBezTo>
                      <a:pt x="23512" y="24388"/>
                      <a:pt x="22653" y="24609"/>
                      <a:pt x="21809" y="24609"/>
                    </a:cubicBezTo>
                    <a:cubicBezTo>
                      <a:pt x="20308" y="24609"/>
                      <a:pt x="18857" y="23909"/>
                      <a:pt x="18289" y="22308"/>
                    </a:cubicBezTo>
                    <a:cubicBezTo>
                      <a:pt x="18047" y="21535"/>
                      <a:pt x="18158" y="18712"/>
                      <a:pt x="18992" y="18712"/>
                    </a:cubicBezTo>
                    <a:cubicBezTo>
                      <a:pt x="19192" y="18712"/>
                      <a:pt x="19432" y="18873"/>
                      <a:pt x="19719" y="19262"/>
                    </a:cubicBezTo>
                    <a:cubicBezTo>
                      <a:pt x="20309" y="20046"/>
                      <a:pt x="21241" y="20401"/>
                      <a:pt x="22174" y="20401"/>
                    </a:cubicBezTo>
                    <a:cubicBezTo>
                      <a:pt x="23029" y="20401"/>
                      <a:pt x="23886" y="20103"/>
                      <a:pt x="24481" y="19563"/>
                    </a:cubicBezTo>
                    <a:cubicBezTo>
                      <a:pt x="25968" y="18261"/>
                      <a:pt x="25911" y="16288"/>
                      <a:pt x="24781" y="14801"/>
                    </a:cubicBezTo>
                    <a:cubicBezTo>
                      <a:pt x="23368" y="12874"/>
                      <a:pt x="21277" y="11973"/>
                      <a:pt x="19170" y="11973"/>
                    </a:cubicBezTo>
                    <a:cubicBezTo>
                      <a:pt x="16650" y="11973"/>
                      <a:pt x="14109" y="13263"/>
                      <a:pt x="12684" y="15630"/>
                    </a:cubicBezTo>
                    <a:cubicBezTo>
                      <a:pt x="10239" y="19691"/>
                      <a:pt x="11140" y="25411"/>
                      <a:pt x="14529" y="28557"/>
                    </a:cubicBezTo>
                    <a:cubicBezTo>
                      <a:pt x="16574" y="30436"/>
                      <a:pt x="19212" y="31352"/>
                      <a:pt x="21858" y="31352"/>
                    </a:cubicBezTo>
                    <a:cubicBezTo>
                      <a:pt x="24004" y="31352"/>
                      <a:pt x="26154" y="30750"/>
                      <a:pt x="27998" y="29572"/>
                    </a:cubicBezTo>
                    <a:cubicBezTo>
                      <a:pt x="32045" y="26955"/>
                      <a:pt x="34490" y="22608"/>
                      <a:pt x="34905" y="17832"/>
                    </a:cubicBezTo>
                    <a:cubicBezTo>
                      <a:pt x="35677" y="8667"/>
                      <a:pt x="28828" y="502"/>
                      <a:pt x="19590" y="30"/>
                    </a:cubicBezTo>
                    <a:cubicBezTo>
                      <a:pt x="19244" y="10"/>
                      <a:pt x="18902" y="1"/>
                      <a:pt x="185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3" name="Google Shape;393;p29"/>
            <p:cNvSpPr/>
            <p:nvPr/>
          </p:nvSpPr>
          <p:spPr>
            <a:xfrm>
              <a:off x="8255427" y="1604008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99" name="Google Shape;399;p30"/>
          <p:cNvSpPr txBox="1"/>
          <p:nvPr>
            <p:ph idx="2" type="title"/>
          </p:nvPr>
        </p:nvSpPr>
        <p:spPr>
          <a:xfrm>
            <a:off x="1972932" y="1494100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00" name="Google Shape;400;p30"/>
          <p:cNvSpPr txBox="1"/>
          <p:nvPr>
            <p:ph idx="3" type="title"/>
          </p:nvPr>
        </p:nvSpPr>
        <p:spPr>
          <a:xfrm>
            <a:off x="3495132" y="3066216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3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401" name="Google Shape;401;p30"/>
          <p:cNvSpPr txBox="1"/>
          <p:nvPr>
            <p:ph idx="4" type="title"/>
          </p:nvPr>
        </p:nvSpPr>
        <p:spPr>
          <a:xfrm>
            <a:off x="2734932" y="2280158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2" name="Google Shape;402;p30"/>
          <p:cNvSpPr txBox="1"/>
          <p:nvPr>
            <p:ph idx="5" type="title"/>
          </p:nvPr>
        </p:nvSpPr>
        <p:spPr>
          <a:xfrm>
            <a:off x="4258932" y="3852275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4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403" name="Google Shape;403;p30"/>
          <p:cNvSpPr txBox="1"/>
          <p:nvPr>
            <p:ph idx="6" type="subTitle"/>
          </p:nvPr>
        </p:nvSpPr>
        <p:spPr>
          <a:xfrm>
            <a:off x="2756624" y="1490175"/>
            <a:ext cx="5121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&amp; Building server with Express</a:t>
            </a:r>
            <a:endParaRPr/>
          </a:p>
        </p:txBody>
      </p:sp>
      <p:sp>
        <p:nvSpPr>
          <p:cNvPr id="404" name="Google Shape;404;p30"/>
          <p:cNvSpPr txBox="1"/>
          <p:nvPr>
            <p:ph idx="7" type="subTitle"/>
          </p:nvPr>
        </p:nvSpPr>
        <p:spPr>
          <a:xfrm>
            <a:off x="3518625" y="2277500"/>
            <a:ext cx="42063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</a:t>
            </a: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Client Sends Data</a:t>
            </a:r>
            <a:endParaRPr/>
          </a:p>
        </p:txBody>
      </p:sp>
      <p:sp>
        <p:nvSpPr>
          <p:cNvPr id="405" name="Google Shape;405;p30"/>
          <p:cNvSpPr txBox="1"/>
          <p:nvPr>
            <p:ph idx="1" type="subTitle"/>
          </p:nvPr>
        </p:nvSpPr>
        <p:spPr>
          <a:xfrm>
            <a:off x="4280618" y="3064825"/>
            <a:ext cx="2834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Operations</a:t>
            </a:r>
            <a:endParaRPr/>
          </a:p>
        </p:txBody>
      </p:sp>
      <p:sp>
        <p:nvSpPr>
          <p:cNvPr id="406" name="Google Shape;406;p30"/>
          <p:cNvSpPr txBox="1"/>
          <p:nvPr>
            <p:ph idx="8" type="subTitle"/>
          </p:nvPr>
        </p:nvSpPr>
        <p:spPr>
          <a:xfrm>
            <a:off x="5042618" y="3852150"/>
            <a:ext cx="2835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roject </a:t>
            </a:r>
            <a:r>
              <a:rPr lang="en"/>
              <a:t>S</a:t>
            </a:r>
            <a:r>
              <a:rPr lang="en"/>
              <a:t>tructure</a:t>
            </a:r>
            <a:endParaRPr/>
          </a:p>
        </p:txBody>
      </p:sp>
      <p:sp>
        <p:nvSpPr>
          <p:cNvPr id="407" name="Google Shape;407;p30"/>
          <p:cNvSpPr/>
          <p:nvPr/>
        </p:nvSpPr>
        <p:spPr>
          <a:xfrm>
            <a:off x="1972932" y="1948313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2734932" y="2732328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3496626" y="3516343"/>
            <a:ext cx="728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0"/>
          <p:cNvSpPr/>
          <p:nvPr/>
        </p:nvSpPr>
        <p:spPr>
          <a:xfrm>
            <a:off x="4258932" y="4300359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8066277" y="1159208"/>
            <a:ext cx="279300" cy="27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"/>
          <p:cNvSpPr/>
          <p:nvPr/>
        </p:nvSpPr>
        <p:spPr>
          <a:xfrm>
            <a:off x="-8" y="3552720"/>
            <a:ext cx="1715969" cy="1210793"/>
          </a:xfrm>
          <a:custGeom>
            <a:rect b="b" l="l" r="r" t="t"/>
            <a:pathLst>
              <a:path extrusionOk="0" h="55471" w="78615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"/>
          <p:cNvSpPr txBox="1"/>
          <p:nvPr>
            <p:ph type="title"/>
          </p:nvPr>
        </p:nvSpPr>
        <p:spPr>
          <a:xfrm>
            <a:off x="2380200" y="2571975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418" name="Google Shape;418;p31"/>
          <p:cNvSpPr txBox="1"/>
          <p:nvPr>
            <p:ph idx="2" type="title"/>
          </p:nvPr>
        </p:nvSpPr>
        <p:spPr>
          <a:xfrm>
            <a:off x="3991800" y="1422250"/>
            <a:ext cx="1160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9" name="Google Shape;419;p31"/>
          <p:cNvSpPr/>
          <p:nvPr/>
        </p:nvSpPr>
        <p:spPr>
          <a:xfrm>
            <a:off x="3991800" y="2264050"/>
            <a:ext cx="11604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1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31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422" name="Google Shape;422;p31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1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5" name="Google Shape;425;p31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1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 txBox="1"/>
          <p:nvPr>
            <p:ph type="title"/>
          </p:nvPr>
        </p:nvSpPr>
        <p:spPr>
          <a:xfrm>
            <a:off x="1445250" y="236760"/>
            <a:ext cx="48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432" name="Google Shape;432;p32"/>
          <p:cNvSpPr txBox="1"/>
          <p:nvPr>
            <p:ph idx="1" type="subTitle"/>
          </p:nvPr>
        </p:nvSpPr>
        <p:spPr>
          <a:xfrm>
            <a:off x="1445250" y="885850"/>
            <a:ext cx="5986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lbert Sans"/>
              <a:buChar char="●"/>
            </a:pPr>
            <a:r>
              <a:rPr b="1" lang="en" sz="2100"/>
              <a:t>What is the Backend</a:t>
            </a:r>
            <a:endParaRPr b="1"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What is Nodejs, Express, JS, TS</a:t>
            </a:r>
            <a:endParaRPr b="1"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what is a server-client connection</a:t>
            </a:r>
            <a:endParaRPr b="1"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what is HTTP &amp; HTTP Methods</a:t>
            </a:r>
            <a:endParaRPr b="1"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What is an API</a:t>
            </a:r>
            <a:endParaRPr b="1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2100"/>
          </a:p>
        </p:txBody>
      </p:sp>
      <p:grpSp>
        <p:nvGrpSpPr>
          <p:cNvPr id="433" name="Google Shape;433;p32"/>
          <p:cNvGrpSpPr/>
          <p:nvPr/>
        </p:nvGrpSpPr>
        <p:grpSpPr>
          <a:xfrm>
            <a:off x="-1175262" y="-429006"/>
            <a:ext cx="2620515" cy="2602088"/>
            <a:chOff x="-1175262" y="-429006"/>
            <a:chExt cx="2620515" cy="2602088"/>
          </a:xfrm>
        </p:grpSpPr>
        <p:sp>
          <p:nvSpPr>
            <p:cNvPr id="434" name="Google Shape;434;p32"/>
            <p:cNvSpPr/>
            <p:nvPr/>
          </p:nvSpPr>
          <p:spPr>
            <a:xfrm>
              <a:off x="-475336" y="-429006"/>
              <a:ext cx="1920589" cy="1044180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2"/>
            <p:cNvSpPr/>
            <p:nvPr/>
          </p:nvSpPr>
          <p:spPr>
            <a:xfrm rot="-648672">
              <a:off x="-1083571" y="839904"/>
              <a:ext cx="1599139" cy="1129641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2"/>
            <p:cNvSpPr/>
            <p:nvPr/>
          </p:nvSpPr>
          <p:spPr>
            <a:xfrm rot="733865">
              <a:off x="-180113" y="1448337"/>
              <a:ext cx="646703" cy="663775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2"/>
            <p:cNvSpPr/>
            <p:nvPr/>
          </p:nvSpPr>
          <p:spPr>
            <a:xfrm>
              <a:off x="573577" y="699946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" name="Google Shape;438;p32"/>
          <p:cNvSpPr/>
          <p:nvPr/>
        </p:nvSpPr>
        <p:spPr>
          <a:xfrm rot="6986443">
            <a:off x="7407955" y="3893913"/>
            <a:ext cx="606051" cy="745913"/>
          </a:xfrm>
          <a:custGeom>
            <a:rect b="b" l="l" r="r" t="t"/>
            <a:pathLst>
              <a:path extrusionOk="0" h="14773" w="12003">
                <a:moveTo>
                  <a:pt x="2808" y="1"/>
                </a:moveTo>
                <a:cubicBezTo>
                  <a:pt x="2045" y="1"/>
                  <a:pt x="1284" y="485"/>
                  <a:pt x="1016" y="1297"/>
                </a:cubicBezTo>
                <a:cubicBezTo>
                  <a:pt x="1" y="4271"/>
                  <a:pt x="358" y="7617"/>
                  <a:pt x="2146" y="10234"/>
                </a:cubicBezTo>
                <a:cubicBezTo>
                  <a:pt x="3089" y="11907"/>
                  <a:pt x="4519" y="13265"/>
                  <a:pt x="6435" y="14051"/>
                </a:cubicBezTo>
                <a:cubicBezTo>
                  <a:pt x="7451" y="14466"/>
                  <a:pt x="8523" y="14695"/>
                  <a:pt x="9524" y="14766"/>
                </a:cubicBezTo>
                <a:cubicBezTo>
                  <a:pt x="9575" y="14770"/>
                  <a:pt x="9625" y="14772"/>
                  <a:pt x="9674" y="14772"/>
                </a:cubicBezTo>
                <a:cubicBezTo>
                  <a:pt x="11091" y="14772"/>
                  <a:pt x="12002" y="13221"/>
                  <a:pt x="11311" y="11964"/>
                </a:cubicBezTo>
                <a:lnTo>
                  <a:pt x="11254" y="11964"/>
                </a:lnTo>
                <a:cubicBezTo>
                  <a:pt x="10954" y="11420"/>
                  <a:pt x="10425" y="11063"/>
                  <a:pt x="9824" y="11006"/>
                </a:cubicBezTo>
                <a:cubicBezTo>
                  <a:pt x="9653" y="11006"/>
                  <a:pt x="9524" y="11006"/>
                  <a:pt x="9410" y="10949"/>
                </a:cubicBezTo>
                <a:lnTo>
                  <a:pt x="9167" y="10949"/>
                </a:lnTo>
                <a:cubicBezTo>
                  <a:pt x="7737" y="10534"/>
                  <a:pt x="6493" y="9819"/>
                  <a:pt x="5592" y="8747"/>
                </a:cubicBezTo>
                <a:cubicBezTo>
                  <a:pt x="5477" y="8689"/>
                  <a:pt x="5420" y="8561"/>
                  <a:pt x="5363" y="8446"/>
                </a:cubicBezTo>
                <a:cubicBezTo>
                  <a:pt x="5234" y="8260"/>
                  <a:pt x="5120" y="8032"/>
                  <a:pt x="5063" y="7789"/>
                </a:cubicBezTo>
                <a:cubicBezTo>
                  <a:pt x="4405" y="6058"/>
                  <a:pt x="4462" y="4271"/>
                  <a:pt x="4877" y="2484"/>
                </a:cubicBezTo>
                <a:cubicBezTo>
                  <a:pt x="5006" y="1769"/>
                  <a:pt x="4762" y="1111"/>
                  <a:pt x="4233" y="639"/>
                </a:cubicBezTo>
                <a:cubicBezTo>
                  <a:pt x="4162" y="582"/>
                  <a:pt x="4105" y="525"/>
                  <a:pt x="3990" y="467"/>
                </a:cubicBezTo>
                <a:cubicBezTo>
                  <a:pt x="3650" y="148"/>
                  <a:pt x="3229" y="1"/>
                  <a:pt x="28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 txBox="1"/>
          <p:nvPr>
            <p:ph type="title"/>
          </p:nvPr>
        </p:nvSpPr>
        <p:spPr>
          <a:xfrm>
            <a:off x="941850" y="365760"/>
            <a:ext cx="46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Backend</a:t>
            </a:r>
            <a:endParaRPr/>
          </a:p>
        </p:txBody>
      </p:sp>
      <p:sp>
        <p:nvSpPr>
          <p:cNvPr id="444" name="Google Shape;444;p33"/>
          <p:cNvSpPr txBox="1"/>
          <p:nvPr>
            <p:ph idx="1" type="subTitle"/>
          </p:nvPr>
        </p:nvSpPr>
        <p:spPr>
          <a:xfrm>
            <a:off x="1445250" y="1141275"/>
            <a:ext cx="5986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500"/>
              <a:buChar char="★"/>
            </a:pPr>
            <a:r>
              <a:rPr lang="en" sz="2500"/>
              <a:t>The brain of the application</a:t>
            </a:r>
            <a:br>
              <a:rPr lang="en" sz="2500"/>
            </a:b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Char char="★"/>
            </a:pPr>
            <a:r>
              <a:rPr lang="en" sz="2500"/>
              <a:t>Handles data, logic, security</a:t>
            </a:r>
            <a:br>
              <a:rPr lang="en" sz="2500"/>
            </a:b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Char char="★"/>
            </a:pPr>
            <a:r>
              <a:rPr lang="en" sz="2500"/>
              <a:t>Talks to databases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Responsibilities</a:t>
            </a:r>
            <a:endParaRPr/>
          </a:p>
        </p:txBody>
      </p:sp>
      <p:sp>
        <p:nvSpPr>
          <p:cNvPr id="450" name="Google Shape;450;p34"/>
          <p:cNvSpPr txBox="1"/>
          <p:nvPr>
            <p:ph idx="1" type="subTitle"/>
          </p:nvPr>
        </p:nvSpPr>
        <p:spPr>
          <a:xfrm>
            <a:off x="1445250" y="1141275"/>
            <a:ext cx="5986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★"/>
            </a:pPr>
            <a:r>
              <a:rPr lang="en" sz="2500"/>
              <a:t>Authentication (login/signup)</a:t>
            </a:r>
            <a:br>
              <a:rPr lang="en" sz="2500"/>
            </a:b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Char char="★"/>
            </a:pPr>
            <a:r>
              <a:rPr lang="en" sz="2500"/>
              <a:t>Store &amp; retrieve data</a:t>
            </a:r>
            <a:br>
              <a:rPr lang="en" sz="2500"/>
            </a:b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Char char="★"/>
            </a:pPr>
            <a:r>
              <a:rPr lang="en" sz="2500"/>
              <a:t>Business logic</a:t>
            </a:r>
            <a:br>
              <a:rPr lang="en" sz="2500"/>
            </a:br>
            <a:endParaRPr sz="2500"/>
          </a:p>
          <a:p>
            <a:pPr indent="-387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Char char="★"/>
            </a:pPr>
            <a:r>
              <a:rPr lang="en" sz="2500"/>
              <a:t>Security &amp; validation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5"/>
          <p:cNvSpPr/>
          <p:nvPr/>
        </p:nvSpPr>
        <p:spPr>
          <a:xfrm rot="-7091837">
            <a:off x="5863166" y="3614348"/>
            <a:ext cx="711190" cy="1771232"/>
          </a:xfrm>
          <a:custGeom>
            <a:rect b="b" l="l" r="r" t="t"/>
            <a:pathLst>
              <a:path extrusionOk="0" h="46762" w="18776">
                <a:moveTo>
                  <a:pt x="6789" y="1"/>
                </a:moveTo>
                <a:cubicBezTo>
                  <a:pt x="3426" y="1"/>
                  <a:pt x="2347" y="5490"/>
                  <a:pt x="6078" y="6724"/>
                </a:cubicBezTo>
                <a:cubicBezTo>
                  <a:pt x="7565" y="7211"/>
                  <a:pt x="7150" y="8640"/>
                  <a:pt x="6135" y="9355"/>
                </a:cubicBezTo>
                <a:cubicBezTo>
                  <a:pt x="4176" y="10657"/>
                  <a:pt x="2260" y="11500"/>
                  <a:pt x="1259" y="13702"/>
                </a:cubicBezTo>
                <a:cubicBezTo>
                  <a:pt x="1" y="16319"/>
                  <a:pt x="716" y="19422"/>
                  <a:pt x="2389" y="21681"/>
                </a:cubicBezTo>
                <a:cubicBezTo>
                  <a:pt x="4047" y="23826"/>
                  <a:pt x="6435" y="24841"/>
                  <a:pt x="8408" y="26629"/>
                </a:cubicBezTo>
                <a:cubicBezTo>
                  <a:pt x="9896" y="28058"/>
                  <a:pt x="9409" y="28959"/>
                  <a:pt x="8337" y="30561"/>
                </a:cubicBezTo>
                <a:cubicBezTo>
                  <a:pt x="7036" y="32648"/>
                  <a:pt x="5720" y="34793"/>
                  <a:pt x="5720" y="37353"/>
                </a:cubicBezTo>
                <a:cubicBezTo>
                  <a:pt x="5771" y="41864"/>
                  <a:pt x="10603" y="46761"/>
                  <a:pt x="15328" y="46761"/>
                </a:cubicBezTo>
                <a:cubicBezTo>
                  <a:pt x="15905" y="46761"/>
                  <a:pt x="16480" y="46688"/>
                  <a:pt x="17045" y="46533"/>
                </a:cubicBezTo>
                <a:cubicBezTo>
                  <a:pt x="18232" y="46175"/>
                  <a:pt x="18775" y="44802"/>
                  <a:pt x="18175" y="43673"/>
                </a:cubicBezTo>
                <a:cubicBezTo>
                  <a:pt x="16916" y="41399"/>
                  <a:pt x="13885" y="40813"/>
                  <a:pt x="12698" y="38425"/>
                </a:cubicBezTo>
                <a:cubicBezTo>
                  <a:pt x="11854" y="36695"/>
                  <a:pt x="13227" y="35322"/>
                  <a:pt x="14185" y="33964"/>
                </a:cubicBezTo>
                <a:cubicBezTo>
                  <a:pt x="15615" y="31748"/>
                  <a:pt x="16559" y="29317"/>
                  <a:pt x="16030" y="26686"/>
                </a:cubicBezTo>
                <a:cubicBezTo>
                  <a:pt x="15429" y="24012"/>
                  <a:pt x="13470" y="21981"/>
                  <a:pt x="11325" y="20437"/>
                </a:cubicBezTo>
                <a:cubicBezTo>
                  <a:pt x="10425" y="19779"/>
                  <a:pt x="6850" y="17749"/>
                  <a:pt x="7265" y="16619"/>
                </a:cubicBezTo>
                <a:cubicBezTo>
                  <a:pt x="7450" y="16090"/>
                  <a:pt x="8580" y="15733"/>
                  <a:pt x="9052" y="15432"/>
                </a:cubicBezTo>
                <a:cubicBezTo>
                  <a:pt x="10196" y="14775"/>
                  <a:pt x="11197" y="14060"/>
                  <a:pt x="12040" y="13045"/>
                </a:cubicBezTo>
                <a:cubicBezTo>
                  <a:pt x="15729" y="8397"/>
                  <a:pt x="13284" y="1963"/>
                  <a:pt x="7865" y="176"/>
                </a:cubicBezTo>
                <a:cubicBezTo>
                  <a:pt x="7485" y="56"/>
                  <a:pt x="7126" y="1"/>
                  <a:pt x="67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5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….. ?!</a:t>
            </a:r>
            <a:endParaRPr/>
          </a:p>
        </p:txBody>
      </p:sp>
      <p:sp>
        <p:nvSpPr>
          <p:cNvPr id="457" name="Google Shape;457;p35"/>
          <p:cNvSpPr txBox="1"/>
          <p:nvPr>
            <p:ph idx="4" type="subTitle"/>
          </p:nvPr>
        </p:nvSpPr>
        <p:spPr>
          <a:xfrm>
            <a:off x="628500" y="1817675"/>
            <a:ext cx="2435100" cy="45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Nodejs</a:t>
            </a:r>
            <a:endParaRPr/>
          </a:p>
        </p:txBody>
      </p:sp>
      <p:sp>
        <p:nvSpPr>
          <p:cNvPr id="458" name="Google Shape;458;p35"/>
          <p:cNvSpPr txBox="1"/>
          <p:nvPr>
            <p:ph idx="5" type="subTitle"/>
          </p:nvPr>
        </p:nvSpPr>
        <p:spPr>
          <a:xfrm>
            <a:off x="3269700" y="1817675"/>
            <a:ext cx="2435100" cy="45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</a:t>
            </a:r>
            <a:endParaRPr/>
          </a:p>
        </p:txBody>
      </p:sp>
      <p:sp>
        <p:nvSpPr>
          <p:cNvPr id="459" name="Google Shape;459;p35"/>
          <p:cNvSpPr txBox="1"/>
          <p:nvPr>
            <p:ph idx="1" type="subTitle"/>
          </p:nvPr>
        </p:nvSpPr>
        <p:spPr>
          <a:xfrm>
            <a:off x="628500" y="2191649"/>
            <a:ext cx="2435100" cy="10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/>
              <a:t>It's</a:t>
            </a:r>
            <a:r>
              <a:rPr lang="en" sz="1400"/>
              <a:t> </a:t>
            </a:r>
            <a:r>
              <a:rPr lang="en" sz="1400"/>
              <a:t>a Runtime</a:t>
            </a:r>
            <a:r>
              <a:rPr lang="en" sz="1400"/>
              <a:t> Environment 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/>
              <a:t>Runs JavaScript on the server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/>
              <a:t>Fast &amp; event-driven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/>
              <a:t>Used for backend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60" name="Google Shape;460;p35"/>
          <p:cNvSpPr txBox="1"/>
          <p:nvPr>
            <p:ph idx="2" type="subTitle"/>
          </p:nvPr>
        </p:nvSpPr>
        <p:spPr>
          <a:xfrm>
            <a:off x="3269697" y="2191649"/>
            <a:ext cx="2435100" cy="10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 sz="1400"/>
              <a:t>It's</a:t>
            </a:r>
            <a:r>
              <a:rPr lang="en" sz="1400"/>
              <a:t> a framework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 sz="1400"/>
              <a:t>Simplifies server creation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 sz="1400"/>
              <a:t>Handles routes &amp; requests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61" name="Google Shape;461;p35"/>
          <p:cNvSpPr txBox="1"/>
          <p:nvPr>
            <p:ph idx="3" type="subTitle"/>
          </p:nvPr>
        </p:nvSpPr>
        <p:spPr>
          <a:xfrm>
            <a:off x="5910901" y="2191650"/>
            <a:ext cx="2840100" cy="10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/>
              <a:t>They are just languages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/>
              <a:t>Ts may be considered as a layer above js that adds types </a:t>
            </a:r>
            <a:endParaRPr sz="1500"/>
          </a:p>
        </p:txBody>
      </p:sp>
      <p:sp>
        <p:nvSpPr>
          <p:cNvPr id="462" name="Google Shape;462;p35"/>
          <p:cNvSpPr txBox="1"/>
          <p:nvPr>
            <p:ph idx="6" type="subTitle"/>
          </p:nvPr>
        </p:nvSpPr>
        <p:spPr>
          <a:xfrm>
            <a:off x="5910893" y="1817675"/>
            <a:ext cx="2435100" cy="45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 &amp; TS</a:t>
            </a:r>
            <a:endParaRPr/>
          </a:p>
        </p:txBody>
      </p:sp>
      <p:grpSp>
        <p:nvGrpSpPr>
          <p:cNvPr id="463" name="Google Shape;463;p35"/>
          <p:cNvGrpSpPr/>
          <p:nvPr/>
        </p:nvGrpSpPr>
        <p:grpSpPr>
          <a:xfrm>
            <a:off x="5959799" y="1399407"/>
            <a:ext cx="381152" cy="316020"/>
            <a:chOff x="1496721" y="3616680"/>
            <a:chExt cx="381152" cy="316020"/>
          </a:xfrm>
        </p:grpSpPr>
        <p:sp>
          <p:nvSpPr>
            <p:cNvPr id="464" name="Google Shape;464;p35"/>
            <p:cNvSpPr/>
            <p:nvPr/>
          </p:nvSpPr>
          <p:spPr>
            <a:xfrm>
              <a:off x="1496721" y="3616680"/>
              <a:ext cx="381152" cy="316020"/>
            </a:xfrm>
            <a:custGeom>
              <a:rect b="b" l="l" r="r" t="t"/>
              <a:pathLst>
                <a:path extrusionOk="0" h="3639" w="4389">
                  <a:moveTo>
                    <a:pt x="3609" y="268"/>
                  </a:moveTo>
                  <a:lnTo>
                    <a:pt x="3609" y="1054"/>
                  </a:lnTo>
                  <a:lnTo>
                    <a:pt x="3544" y="1025"/>
                  </a:lnTo>
                  <a:cubicBezTo>
                    <a:pt x="3515" y="1007"/>
                    <a:pt x="3494" y="998"/>
                    <a:pt x="3476" y="998"/>
                  </a:cubicBezTo>
                  <a:cubicBezTo>
                    <a:pt x="3458" y="998"/>
                    <a:pt x="3443" y="1007"/>
                    <a:pt x="3429" y="1025"/>
                  </a:cubicBezTo>
                  <a:lnTo>
                    <a:pt x="3364" y="1054"/>
                  </a:lnTo>
                  <a:lnTo>
                    <a:pt x="3364" y="268"/>
                  </a:lnTo>
                  <a:close/>
                  <a:moveTo>
                    <a:pt x="1805" y="268"/>
                  </a:moveTo>
                  <a:cubicBezTo>
                    <a:pt x="1949" y="268"/>
                    <a:pt x="2072" y="390"/>
                    <a:pt x="2072" y="513"/>
                  </a:cubicBezTo>
                  <a:lnTo>
                    <a:pt x="2072" y="2830"/>
                  </a:lnTo>
                  <a:cubicBezTo>
                    <a:pt x="1985" y="2765"/>
                    <a:pt x="1891" y="2736"/>
                    <a:pt x="1805" y="2736"/>
                  </a:cubicBezTo>
                  <a:lnTo>
                    <a:pt x="267" y="2736"/>
                  </a:lnTo>
                  <a:lnTo>
                    <a:pt x="267" y="268"/>
                  </a:lnTo>
                  <a:close/>
                  <a:moveTo>
                    <a:pt x="4151" y="268"/>
                  </a:moveTo>
                  <a:lnTo>
                    <a:pt x="4151" y="2736"/>
                  </a:lnTo>
                  <a:lnTo>
                    <a:pt x="2584" y="2736"/>
                  </a:lnTo>
                  <a:cubicBezTo>
                    <a:pt x="2490" y="2736"/>
                    <a:pt x="2404" y="2765"/>
                    <a:pt x="2310" y="2830"/>
                  </a:cubicBezTo>
                  <a:lnTo>
                    <a:pt x="2310" y="513"/>
                  </a:lnTo>
                  <a:cubicBezTo>
                    <a:pt x="2310" y="390"/>
                    <a:pt x="2433" y="268"/>
                    <a:pt x="2584" y="268"/>
                  </a:cubicBezTo>
                  <a:lnTo>
                    <a:pt x="3097" y="268"/>
                  </a:lnTo>
                  <a:lnTo>
                    <a:pt x="3097" y="1264"/>
                  </a:lnTo>
                  <a:cubicBezTo>
                    <a:pt x="3097" y="1292"/>
                    <a:pt x="3126" y="1321"/>
                    <a:pt x="3155" y="1350"/>
                  </a:cubicBezTo>
                  <a:cubicBezTo>
                    <a:pt x="3169" y="1368"/>
                    <a:pt x="3192" y="1377"/>
                    <a:pt x="3216" y="1377"/>
                  </a:cubicBezTo>
                  <a:cubicBezTo>
                    <a:pt x="3239" y="1377"/>
                    <a:pt x="3263" y="1368"/>
                    <a:pt x="3277" y="1350"/>
                  </a:cubicBezTo>
                  <a:lnTo>
                    <a:pt x="3487" y="1264"/>
                  </a:lnTo>
                  <a:lnTo>
                    <a:pt x="3696" y="1350"/>
                  </a:lnTo>
                  <a:cubicBezTo>
                    <a:pt x="3696" y="1386"/>
                    <a:pt x="3725" y="1386"/>
                    <a:pt x="3725" y="1386"/>
                  </a:cubicBezTo>
                  <a:cubicBezTo>
                    <a:pt x="3790" y="1386"/>
                    <a:pt x="3819" y="1350"/>
                    <a:pt x="3847" y="1321"/>
                  </a:cubicBezTo>
                  <a:cubicBezTo>
                    <a:pt x="3847" y="1292"/>
                    <a:pt x="3876" y="1264"/>
                    <a:pt x="3876" y="1235"/>
                  </a:cubicBezTo>
                  <a:lnTo>
                    <a:pt x="3876" y="268"/>
                  </a:lnTo>
                  <a:close/>
                  <a:moveTo>
                    <a:pt x="1805" y="3010"/>
                  </a:moveTo>
                  <a:cubicBezTo>
                    <a:pt x="1949" y="3010"/>
                    <a:pt x="2072" y="3126"/>
                    <a:pt x="2072" y="3277"/>
                  </a:cubicBezTo>
                  <a:lnTo>
                    <a:pt x="2072" y="3400"/>
                  </a:lnTo>
                  <a:lnTo>
                    <a:pt x="267" y="3400"/>
                  </a:lnTo>
                  <a:lnTo>
                    <a:pt x="267" y="3010"/>
                  </a:lnTo>
                  <a:close/>
                  <a:moveTo>
                    <a:pt x="4151" y="3010"/>
                  </a:moveTo>
                  <a:lnTo>
                    <a:pt x="4151" y="3400"/>
                  </a:lnTo>
                  <a:lnTo>
                    <a:pt x="2310" y="3400"/>
                  </a:lnTo>
                  <a:lnTo>
                    <a:pt x="2310" y="3277"/>
                  </a:lnTo>
                  <a:cubicBezTo>
                    <a:pt x="2310" y="3126"/>
                    <a:pt x="2433" y="3010"/>
                    <a:pt x="2584" y="3010"/>
                  </a:cubicBezTo>
                  <a:close/>
                  <a:moveTo>
                    <a:pt x="116" y="0"/>
                  </a:moveTo>
                  <a:cubicBezTo>
                    <a:pt x="58" y="0"/>
                    <a:pt x="0" y="58"/>
                    <a:pt x="0" y="123"/>
                  </a:cubicBezTo>
                  <a:lnTo>
                    <a:pt x="0" y="3515"/>
                  </a:lnTo>
                  <a:cubicBezTo>
                    <a:pt x="0" y="3609"/>
                    <a:pt x="58" y="3638"/>
                    <a:pt x="116" y="3638"/>
                  </a:cubicBezTo>
                  <a:lnTo>
                    <a:pt x="4266" y="3638"/>
                  </a:lnTo>
                  <a:cubicBezTo>
                    <a:pt x="4331" y="3638"/>
                    <a:pt x="4389" y="3609"/>
                    <a:pt x="4389" y="3515"/>
                  </a:cubicBezTo>
                  <a:lnTo>
                    <a:pt x="4389" y="123"/>
                  </a:lnTo>
                  <a:cubicBezTo>
                    <a:pt x="4389" y="58"/>
                    <a:pt x="4331" y="0"/>
                    <a:pt x="4266" y="0"/>
                  </a:cubicBezTo>
                  <a:lnTo>
                    <a:pt x="2584" y="0"/>
                  </a:lnTo>
                  <a:cubicBezTo>
                    <a:pt x="2433" y="0"/>
                    <a:pt x="2281" y="58"/>
                    <a:pt x="2195" y="181"/>
                  </a:cubicBezTo>
                  <a:cubicBezTo>
                    <a:pt x="2101" y="58"/>
                    <a:pt x="1949" y="0"/>
                    <a:pt x="1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1540577" y="3757714"/>
              <a:ext cx="112895" cy="23274"/>
            </a:xfrm>
            <a:custGeom>
              <a:rect b="b" l="l" r="r" t="t"/>
              <a:pathLst>
                <a:path extrusionOk="0" h="268" w="1300">
                  <a:moveTo>
                    <a:pt x="123" y="0"/>
                  </a:moveTo>
                  <a:cubicBezTo>
                    <a:pt x="66" y="0"/>
                    <a:pt x="1" y="58"/>
                    <a:pt x="1" y="123"/>
                  </a:cubicBezTo>
                  <a:cubicBezTo>
                    <a:pt x="1" y="210"/>
                    <a:pt x="66" y="267"/>
                    <a:pt x="123" y="267"/>
                  </a:cubicBezTo>
                  <a:lnTo>
                    <a:pt x="1177" y="267"/>
                  </a:lnTo>
                  <a:cubicBezTo>
                    <a:pt x="1235" y="267"/>
                    <a:pt x="1300" y="210"/>
                    <a:pt x="1300" y="152"/>
                  </a:cubicBezTo>
                  <a:cubicBezTo>
                    <a:pt x="1300" y="87"/>
                    <a:pt x="1235" y="0"/>
                    <a:pt x="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1540577" y="3668699"/>
              <a:ext cx="112895" cy="23882"/>
            </a:xfrm>
            <a:custGeom>
              <a:rect b="b" l="l" r="r" t="t"/>
              <a:pathLst>
                <a:path extrusionOk="0" h="275" w="1300">
                  <a:moveTo>
                    <a:pt x="123" y="1"/>
                  </a:moveTo>
                  <a:cubicBezTo>
                    <a:pt x="66" y="1"/>
                    <a:pt x="1" y="66"/>
                    <a:pt x="1" y="123"/>
                  </a:cubicBezTo>
                  <a:cubicBezTo>
                    <a:pt x="1" y="181"/>
                    <a:pt x="66" y="275"/>
                    <a:pt x="123" y="275"/>
                  </a:cubicBezTo>
                  <a:lnTo>
                    <a:pt x="1177" y="275"/>
                  </a:lnTo>
                  <a:cubicBezTo>
                    <a:pt x="1235" y="275"/>
                    <a:pt x="1300" y="210"/>
                    <a:pt x="1300" y="152"/>
                  </a:cubicBezTo>
                  <a:cubicBezTo>
                    <a:pt x="1300" y="66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1540577" y="3713163"/>
              <a:ext cx="112895" cy="23969"/>
            </a:xfrm>
            <a:custGeom>
              <a:rect b="b" l="l" r="r" t="t"/>
              <a:pathLst>
                <a:path extrusionOk="0" h="276" w="1300">
                  <a:moveTo>
                    <a:pt x="123" y="1"/>
                  </a:moveTo>
                  <a:cubicBezTo>
                    <a:pt x="66" y="1"/>
                    <a:pt x="1" y="59"/>
                    <a:pt x="1" y="124"/>
                  </a:cubicBezTo>
                  <a:cubicBezTo>
                    <a:pt x="1" y="210"/>
                    <a:pt x="66" y="275"/>
                    <a:pt x="123" y="275"/>
                  </a:cubicBezTo>
                  <a:lnTo>
                    <a:pt x="1177" y="275"/>
                  </a:lnTo>
                  <a:cubicBezTo>
                    <a:pt x="1235" y="275"/>
                    <a:pt x="1300" y="210"/>
                    <a:pt x="1300" y="153"/>
                  </a:cubicBezTo>
                  <a:cubicBezTo>
                    <a:pt x="1300" y="59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5"/>
            <p:cNvSpPr/>
            <p:nvPr/>
          </p:nvSpPr>
          <p:spPr>
            <a:xfrm>
              <a:off x="1540577" y="3802177"/>
              <a:ext cx="112895" cy="23274"/>
            </a:xfrm>
            <a:custGeom>
              <a:rect b="b" l="l" r="r" t="t"/>
              <a:pathLst>
                <a:path extrusionOk="0" h="268" w="1300">
                  <a:moveTo>
                    <a:pt x="123" y="1"/>
                  </a:moveTo>
                  <a:cubicBezTo>
                    <a:pt x="66" y="1"/>
                    <a:pt x="1" y="59"/>
                    <a:pt x="1" y="116"/>
                  </a:cubicBezTo>
                  <a:cubicBezTo>
                    <a:pt x="1" y="210"/>
                    <a:pt x="66" y="268"/>
                    <a:pt x="123" y="268"/>
                  </a:cubicBezTo>
                  <a:lnTo>
                    <a:pt x="1177" y="268"/>
                  </a:lnTo>
                  <a:cubicBezTo>
                    <a:pt x="1235" y="268"/>
                    <a:pt x="1300" y="210"/>
                    <a:pt x="1300" y="152"/>
                  </a:cubicBezTo>
                  <a:cubicBezTo>
                    <a:pt x="1300" y="87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5"/>
            <p:cNvSpPr/>
            <p:nvPr/>
          </p:nvSpPr>
          <p:spPr>
            <a:xfrm>
              <a:off x="1721123" y="3757714"/>
              <a:ext cx="112287" cy="23274"/>
            </a:xfrm>
            <a:custGeom>
              <a:rect b="b" l="l" r="r" t="t"/>
              <a:pathLst>
                <a:path extrusionOk="0" h="268" w="1293">
                  <a:moveTo>
                    <a:pt x="123" y="0"/>
                  </a:moveTo>
                  <a:cubicBezTo>
                    <a:pt x="58" y="0"/>
                    <a:pt x="0" y="58"/>
                    <a:pt x="0" y="123"/>
                  </a:cubicBezTo>
                  <a:cubicBezTo>
                    <a:pt x="0" y="210"/>
                    <a:pt x="58" y="267"/>
                    <a:pt x="123" y="267"/>
                  </a:cubicBezTo>
                  <a:lnTo>
                    <a:pt x="1170" y="267"/>
                  </a:lnTo>
                  <a:cubicBezTo>
                    <a:pt x="1235" y="267"/>
                    <a:pt x="1292" y="210"/>
                    <a:pt x="1292" y="152"/>
                  </a:cubicBezTo>
                  <a:cubicBezTo>
                    <a:pt x="1292" y="87"/>
                    <a:pt x="1235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1721123" y="3802177"/>
              <a:ext cx="112287" cy="23274"/>
            </a:xfrm>
            <a:custGeom>
              <a:rect b="b" l="l" r="r" t="t"/>
              <a:pathLst>
                <a:path extrusionOk="0" h="268" w="1293">
                  <a:moveTo>
                    <a:pt x="123" y="1"/>
                  </a:moveTo>
                  <a:cubicBezTo>
                    <a:pt x="58" y="1"/>
                    <a:pt x="0" y="59"/>
                    <a:pt x="0" y="116"/>
                  </a:cubicBezTo>
                  <a:cubicBezTo>
                    <a:pt x="0" y="210"/>
                    <a:pt x="58" y="268"/>
                    <a:pt x="123" y="268"/>
                  </a:cubicBezTo>
                  <a:lnTo>
                    <a:pt x="1170" y="268"/>
                  </a:lnTo>
                  <a:cubicBezTo>
                    <a:pt x="1235" y="268"/>
                    <a:pt x="1292" y="210"/>
                    <a:pt x="1292" y="152"/>
                  </a:cubicBezTo>
                  <a:cubicBezTo>
                    <a:pt x="1292" y="87"/>
                    <a:pt x="1235" y="1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5"/>
            <p:cNvSpPr/>
            <p:nvPr/>
          </p:nvSpPr>
          <p:spPr>
            <a:xfrm>
              <a:off x="1721123" y="3668699"/>
              <a:ext cx="20755" cy="23882"/>
            </a:xfrm>
            <a:custGeom>
              <a:rect b="b" l="l" r="r" t="t"/>
              <a:pathLst>
                <a:path extrusionOk="0" h="275" w="239">
                  <a:moveTo>
                    <a:pt x="123" y="1"/>
                  </a:moveTo>
                  <a:cubicBezTo>
                    <a:pt x="58" y="1"/>
                    <a:pt x="0" y="66"/>
                    <a:pt x="0" y="123"/>
                  </a:cubicBezTo>
                  <a:cubicBezTo>
                    <a:pt x="0" y="210"/>
                    <a:pt x="58" y="275"/>
                    <a:pt x="123" y="275"/>
                  </a:cubicBezTo>
                  <a:cubicBezTo>
                    <a:pt x="181" y="275"/>
                    <a:pt x="238" y="210"/>
                    <a:pt x="238" y="123"/>
                  </a:cubicBezTo>
                  <a:cubicBezTo>
                    <a:pt x="238" y="66"/>
                    <a:pt x="18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1721123" y="3713163"/>
              <a:ext cx="20755" cy="23969"/>
            </a:xfrm>
            <a:custGeom>
              <a:rect b="b" l="l" r="r" t="t"/>
              <a:pathLst>
                <a:path extrusionOk="0" h="276" w="239">
                  <a:moveTo>
                    <a:pt x="123" y="1"/>
                  </a:moveTo>
                  <a:cubicBezTo>
                    <a:pt x="58" y="1"/>
                    <a:pt x="0" y="59"/>
                    <a:pt x="0" y="124"/>
                  </a:cubicBezTo>
                  <a:cubicBezTo>
                    <a:pt x="0" y="210"/>
                    <a:pt x="58" y="275"/>
                    <a:pt x="123" y="275"/>
                  </a:cubicBezTo>
                  <a:cubicBezTo>
                    <a:pt x="181" y="275"/>
                    <a:pt x="238" y="210"/>
                    <a:pt x="238" y="124"/>
                  </a:cubicBezTo>
                  <a:cubicBezTo>
                    <a:pt x="238" y="59"/>
                    <a:pt x="18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35"/>
          <p:cNvGrpSpPr/>
          <p:nvPr/>
        </p:nvGrpSpPr>
        <p:grpSpPr>
          <a:xfrm>
            <a:off x="3452617" y="1366706"/>
            <a:ext cx="307857" cy="381412"/>
            <a:chOff x="8078018" y="3616680"/>
            <a:chExt cx="307857" cy="381412"/>
          </a:xfrm>
        </p:grpSpPr>
        <p:sp>
          <p:nvSpPr>
            <p:cNvPr id="474" name="Google Shape;474;p35"/>
            <p:cNvSpPr/>
            <p:nvPr/>
          </p:nvSpPr>
          <p:spPr>
            <a:xfrm>
              <a:off x="8078018" y="3616680"/>
              <a:ext cx="307857" cy="381412"/>
            </a:xfrm>
            <a:custGeom>
              <a:rect b="b" l="l" r="r" t="t"/>
              <a:pathLst>
                <a:path extrusionOk="0" h="4392" w="3545">
                  <a:moveTo>
                    <a:pt x="1379" y="268"/>
                  </a:moveTo>
                  <a:cubicBezTo>
                    <a:pt x="1473" y="268"/>
                    <a:pt x="1560" y="268"/>
                    <a:pt x="1654" y="304"/>
                  </a:cubicBezTo>
                  <a:lnTo>
                    <a:pt x="1654" y="722"/>
                  </a:lnTo>
                  <a:cubicBezTo>
                    <a:pt x="1625" y="693"/>
                    <a:pt x="1589" y="665"/>
                    <a:pt x="1560" y="628"/>
                  </a:cubicBezTo>
                  <a:cubicBezTo>
                    <a:pt x="1539" y="586"/>
                    <a:pt x="1502" y="559"/>
                    <a:pt x="1473" y="559"/>
                  </a:cubicBezTo>
                  <a:cubicBezTo>
                    <a:pt x="1462" y="559"/>
                    <a:pt x="1452" y="563"/>
                    <a:pt x="1444" y="571"/>
                  </a:cubicBezTo>
                  <a:cubicBezTo>
                    <a:pt x="1322" y="571"/>
                    <a:pt x="1293" y="693"/>
                    <a:pt x="1350" y="751"/>
                  </a:cubicBezTo>
                  <a:cubicBezTo>
                    <a:pt x="1408" y="874"/>
                    <a:pt x="1531" y="960"/>
                    <a:pt x="1654" y="989"/>
                  </a:cubicBezTo>
                  <a:lnTo>
                    <a:pt x="1654" y="1321"/>
                  </a:lnTo>
                  <a:cubicBezTo>
                    <a:pt x="1531" y="1350"/>
                    <a:pt x="1408" y="1444"/>
                    <a:pt x="1350" y="1531"/>
                  </a:cubicBezTo>
                  <a:cubicBezTo>
                    <a:pt x="1293" y="1596"/>
                    <a:pt x="1322" y="1682"/>
                    <a:pt x="1379" y="1711"/>
                  </a:cubicBezTo>
                  <a:cubicBezTo>
                    <a:pt x="1405" y="1737"/>
                    <a:pt x="1434" y="1748"/>
                    <a:pt x="1461" y="1748"/>
                  </a:cubicBezTo>
                  <a:cubicBezTo>
                    <a:pt x="1503" y="1748"/>
                    <a:pt x="1542" y="1722"/>
                    <a:pt x="1560" y="1682"/>
                  </a:cubicBezTo>
                  <a:cubicBezTo>
                    <a:pt x="1589" y="1653"/>
                    <a:pt x="1625" y="1624"/>
                    <a:pt x="1654" y="1596"/>
                  </a:cubicBezTo>
                  <a:lnTo>
                    <a:pt x="1654" y="2317"/>
                  </a:lnTo>
                  <a:lnTo>
                    <a:pt x="1018" y="2317"/>
                  </a:lnTo>
                  <a:cubicBezTo>
                    <a:pt x="600" y="2317"/>
                    <a:pt x="268" y="1956"/>
                    <a:pt x="268" y="1531"/>
                  </a:cubicBezTo>
                  <a:cubicBezTo>
                    <a:pt x="268" y="1350"/>
                    <a:pt x="326" y="1170"/>
                    <a:pt x="448" y="1025"/>
                  </a:cubicBezTo>
                  <a:cubicBezTo>
                    <a:pt x="448" y="1112"/>
                    <a:pt x="477" y="1206"/>
                    <a:pt x="506" y="1292"/>
                  </a:cubicBezTo>
                  <a:cubicBezTo>
                    <a:pt x="542" y="1350"/>
                    <a:pt x="571" y="1386"/>
                    <a:pt x="629" y="1386"/>
                  </a:cubicBezTo>
                  <a:lnTo>
                    <a:pt x="686" y="1386"/>
                  </a:lnTo>
                  <a:cubicBezTo>
                    <a:pt x="751" y="1350"/>
                    <a:pt x="780" y="1264"/>
                    <a:pt x="751" y="1206"/>
                  </a:cubicBezTo>
                  <a:cubicBezTo>
                    <a:pt x="722" y="1141"/>
                    <a:pt x="686" y="1054"/>
                    <a:pt x="686" y="960"/>
                  </a:cubicBezTo>
                  <a:cubicBezTo>
                    <a:pt x="686" y="903"/>
                    <a:pt x="722" y="845"/>
                    <a:pt x="722" y="780"/>
                  </a:cubicBezTo>
                  <a:cubicBezTo>
                    <a:pt x="809" y="484"/>
                    <a:pt x="1083" y="268"/>
                    <a:pt x="1379" y="268"/>
                  </a:cubicBezTo>
                  <a:close/>
                  <a:moveTo>
                    <a:pt x="2166" y="268"/>
                  </a:moveTo>
                  <a:cubicBezTo>
                    <a:pt x="2462" y="268"/>
                    <a:pt x="2736" y="484"/>
                    <a:pt x="2823" y="780"/>
                  </a:cubicBezTo>
                  <a:cubicBezTo>
                    <a:pt x="2852" y="845"/>
                    <a:pt x="2852" y="903"/>
                    <a:pt x="2852" y="960"/>
                  </a:cubicBezTo>
                  <a:cubicBezTo>
                    <a:pt x="2852" y="1054"/>
                    <a:pt x="2823" y="1141"/>
                    <a:pt x="2794" y="1206"/>
                  </a:cubicBezTo>
                  <a:cubicBezTo>
                    <a:pt x="2765" y="1264"/>
                    <a:pt x="2794" y="1350"/>
                    <a:pt x="2852" y="1386"/>
                  </a:cubicBezTo>
                  <a:lnTo>
                    <a:pt x="2917" y="1386"/>
                  </a:lnTo>
                  <a:cubicBezTo>
                    <a:pt x="2974" y="1386"/>
                    <a:pt x="3032" y="1350"/>
                    <a:pt x="3032" y="1292"/>
                  </a:cubicBezTo>
                  <a:cubicBezTo>
                    <a:pt x="3068" y="1206"/>
                    <a:pt x="3097" y="1112"/>
                    <a:pt x="3097" y="1025"/>
                  </a:cubicBezTo>
                  <a:cubicBezTo>
                    <a:pt x="3249" y="1206"/>
                    <a:pt x="3306" y="1415"/>
                    <a:pt x="3277" y="1624"/>
                  </a:cubicBezTo>
                  <a:cubicBezTo>
                    <a:pt x="3249" y="2014"/>
                    <a:pt x="2917" y="2317"/>
                    <a:pt x="2527" y="2317"/>
                  </a:cubicBezTo>
                  <a:lnTo>
                    <a:pt x="1892" y="2317"/>
                  </a:lnTo>
                  <a:lnTo>
                    <a:pt x="1892" y="1596"/>
                  </a:lnTo>
                  <a:cubicBezTo>
                    <a:pt x="1921" y="1624"/>
                    <a:pt x="1949" y="1653"/>
                    <a:pt x="1986" y="1682"/>
                  </a:cubicBezTo>
                  <a:cubicBezTo>
                    <a:pt x="2014" y="1711"/>
                    <a:pt x="2043" y="1747"/>
                    <a:pt x="2101" y="1747"/>
                  </a:cubicBezTo>
                  <a:lnTo>
                    <a:pt x="2166" y="1747"/>
                  </a:lnTo>
                  <a:cubicBezTo>
                    <a:pt x="2224" y="1682"/>
                    <a:pt x="2253" y="1624"/>
                    <a:pt x="2195" y="1567"/>
                  </a:cubicBezTo>
                  <a:cubicBezTo>
                    <a:pt x="2130" y="1444"/>
                    <a:pt x="2043" y="1350"/>
                    <a:pt x="1892" y="1321"/>
                  </a:cubicBezTo>
                  <a:lnTo>
                    <a:pt x="1892" y="989"/>
                  </a:lnTo>
                  <a:cubicBezTo>
                    <a:pt x="2043" y="960"/>
                    <a:pt x="2130" y="874"/>
                    <a:pt x="2195" y="751"/>
                  </a:cubicBezTo>
                  <a:cubicBezTo>
                    <a:pt x="2253" y="693"/>
                    <a:pt x="2224" y="571"/>
                    <a:pt x="2101" y="571"/>
                  </a:cubicBezTo>
                  <a:cubicBezTo>
                    <a:pt x="2093" y="563"/>
                    <a:pt x="2083" y="559"/>
                    <a:pt x="2073" y="559"/>
                  </a:cubicBezTo>
                  <a:cubicBezTo>
                    <a:pt x="2043" y="559"/>
                    <a:pt x="2007" y="586"/>
                    <a:pt x="1986" y="628"/>
                  </a:cubicBezTo>
                  <a:cubicBezTo>
                    <a:pt x="1949" y="665"/>
                    <a:pt x="1921" y="693"/>
                    <a:pt x="1892" y="722"/>
                  </a:cubicBezTo>
                  <a:lnTo>
                    <a:pt x="1892" y="304"/>
                  </a:lnTo>
                  <a:cubicBezTo>
                    <a:pt x="1986" y="268"/>
                    <a:pt x="2072" y="268"/>
                    <a:pt x="2166" y="268"/>
                  </a:cubicBezTo>
                  <a:close/>
                  <a:moveTo>
                    <a:pt x="600" y="3876"/>
                  </a:moveTo>
                  <a:cubicBezTo>
                    <a:pt x="686" y="3876"/>
                    <a:pt x="751" y="3941"/>
                    <a:pt x="751" y="3999"/>
                  </a:cubicBezTo>
                  <a:cubicBezTo>
                    <a:pt x="751" y="4093"/>
                    <a:pt x="686" y="4151"/>
                    <a:pt x="600" y="4151"/>
                  </a:cubicBezTo>
                  <a:cubicBezTo>
                    <a:pt x="542" y="4151"/>
                    <a:pt x="477" y="4093"/>
                    <a:pt x="477" y="3999"/>
                  </a:cubicBezTo>
                  <a:cubicBezTo>
                    <a:pt x="477" y="3941"/>
                    <a:pt x="542" y="3876"/>
                    <a:pt x="600" y="3876"/>
                  </a:cubicBezTo>
                  <a:close/>
                  <a:moveTo>
                    <a:pt x="1769" y="3876"/>
                  </a:moveTo>
                  <a:cubicBezTo>
                    <a:pt x="1834" y="3876"/>
                    <a:pt x="1892" y="3941"/>
                    <a:pt x="1892" y="3999"/>
                  </a:cubicBezTo>
                  <a:cubicBezTo>
                    <a:pt x="1892" y="4093"/>
                    <a:pt x="1834" y="4151"/>
                    <a:pt x="1769" y="4151"/>
                  </a:cubicBezTo>
                  <a:cubicBezTo>
                    <a:pt x="1711" y="4151"/>
                    <a:pt x="1654" y="4093"/>
                    <a:pt x="1654" y="3999"/>
                  </a:cubicBezTo>
                  <a:cubicBezTo>
                    <a:pt x="1654" y="3941"/>
                    <a:pt x="1711" y="3876"/>
                    <a:pt x="1769" y="3876"/>
                  </a:cubicBezTo>
                  <a:close/>
                  <a:moveTo>
                    <a:pt x="2917" y="3876"/>
                  </a:moveTo>
                  <a:cubicBezTo>
                    <a:pt x="3003" y="3876"/>
                    <a:pt x="3068" y="3941"/>
                    <a:pt x="3068" y="3999"/>
                  </a:cubicBezTo>
                  <a:cubicBezTo>
                    <a:pt x="3068" y="4093"/>
                    <a:pt x="3003" y="4151"/>
                    <a:pt x="2917" y="4151"/>
                  </a:cubicBezTo>
                  <a:cubicBezTo>
                    <a:pt x="2852" y="4151"/>
                    <a:pt x="2794" y="4093"/>
                    <a:pt x="2794" y="3999"/>
                  </a:cubicBezTo>
                  <a:cubicBezTo>
                    <a:pt x="2794" y="3941"/>
                    <a:pt x="2852" y="3876"/>
                    <a:pt x="2917" y="3876"/>
                  </a:cubicBezTo>
                  <a:close/>
                  <a:moveTo>
                    <a:pt x="1379" y="0"/>
                  </a:moveTo>
                  <a:cubicBezTo>
                    <a:pt x="990" y="0"/>
                    <a:pt x="629" y="268"/>
                    <a:pt x="477" y="665"/>
                  </a:cubicBezTo>
                  <a:cubicBezTo>
                    <a:pt x="181" y="845"/>
                    <a:pt x="1" y="1170"/>
                    <a:pt x="1" y="1531"/>
                  </a:cubicBezTo>
                  <a:cubicBezTo>
                    <a:pt x="1" y="2108"/>
                    <a:pt x="448" y="2555"/>
                    <a:pt x="1018" y="2555"/>
                  </a:cubicBezTo>
                  <a:lnTo>
                    <a:pt x="1141" y="2555"/>
                  </a:lnTo>
                  <a:lnTo>
                    <a:pt x="1141" y="2859"/>
                  </a:lnTo>
                  <a:lnTo>
                    <a:pt x="571" y="3097"/>
                  </a:lnTo>
                  <a:cubicBezTo>
                    <a:pt x="506" y="3126"/>
                    <a:pt x="477" y="3220"/>
                    <a:pt x="477" y="3220"/>
                  </a:cubicBezTo>
                  <a:lnTo>
                    <a:pt x="477" y="3638"/>
                  </a:lnTo>
                  <a:cubicBezTo>
                    <a:pt x="326" y="3696"/>
                    <a:pt x="210" y="3847"/>
                    <a:pt x="239" y="4028"/>
                  </a:cubicBezTo>
                  <a:cubicBezTo>
                    <a:pt x="239" y="4237"/>
                    <a:pt x="390" y="4389"/>
                    <a:pt x="600" y="4389"/>
                  </a:cubicBezTo>
                  <a:cubicBezTo>
                    <a:pt x="615" y="4391"/>
                    <a:pt x="629" y="4392"/>
                    <a:pt x="644" y="4392"/>
                  </a:cubicBezTo>
                  <a:cubicBezTo>
                    <a:pt x="834" y="4392"/>
                    <a:pt x="990" y="4220"/>
                    <a:pt x="990" y="3999"/>
                  </a:cubicBezTo>
                  <a:cubicBezTo>
                    <a:pt x="990" y="3847"/>
                    <a:pt x="903" y="3696"/>
                    <a:pt x="751" y="3638"/>
                  </a:cubicBezTo>
                  <a:lnTo>
                    <a:pt x="751" y="3306"/>
                  </a:lnTo>
                  <a:lnTo>
                    <a:pt x="1322" y="3068"/>
                  </a:lnTo>
                  <a:cubicBezTo>
                    <a:pt x="1350" y="3039"/>
                    <a:pt x="1379" y="2974"/>
                    <a:pt x="1379" y="2945"/>
                  </a:cubicBezTo>
                  <a:lnTo>
                    <a:pt x="1379" y="2555"/>
                  </a:lnTo>
                  <a:lnTo>
                    <a:pt x="1654" y="2555"/>
                  </a:lnTo>
                  <a:lnTo>
                    <a:pt x="1654" y="3638"/>
                  </a:lnTo>
                  <a:cubicBezTo>
                    <a:pt x="1502" y="3696"/>
                    <a:pt x="1379" y="3847"/>
                    <a:pt x="1379" y="3999"/>
                  </a:cubicBezTo>
                  <a:cubicBezTo>
                    <a:pt x="1379" y="4208"/>
                    <a:pt x="1560" y="4389"/>
                    <a:pt x="1769" y="4389"/>
                  </a:cubicBezTo>
                  <a:cubicBezTo>
                    <a:pt x="1986" y="4389"/>
                    <a:pt x="2166" y="4208"/>
                    <a:pt x="2166" y="3999"/>
                  </a:cubicBezTo>
                  <a:cubicBezTo>
                    <a:pt x="2166" y="3847"/>
                    <a:pt x="2043" y="3696"/>
                    <a:pt x="1892" y="3638"/>
                  </a:cubicBezTo>
                  <a:lnTo>
                    <a:pt x="1892" y="2555"/>
                  </a:lnTo>
                  <a:lnTo>
                    <a:pt x="2166" y="2555"/>
                  </a:lnTo>
                  <a:lnTo>
                    <a:pt x="2166" y="2945"/>
                  </a:lnTo>
                  <a:cubicBezTo>
                    <a:pt x="2166" y="3010"/>
                    <a:pt x="2195" y="3039"/>
                    <a:pt x="2224" y="3068"/>
                  </a:cubicBezTo>
                  <a:lnTo>
                    <a:pt x="2794" y="3306"/>
                  </a:lnTo>
                  <a:lnTo>
                    <a:pt x="2794" y="3638"/>
                  </a:lnTo>
                  <a:cubicBezTo>
                    <a:pt x="2642" y="3696"/>
                    <a:pt x="2527" y="3847"/>
                    <a:pt x="2556" y="4028"/>
                  </a:cubicBezTo>
                  <a:cubicBezTo>
                    <a:pt x="2556" y="4237"/>
                    <a:pt x="2707" y="4389"/>
                    <a:pt x="2917" y="4389"/>
                  </a:cubicBezTo>
                  <a:cubicBezTo>
                    <a:pt x="2931" y="4391"/>
                    <a:pt x="2946" y="4392"/>
                    <a:pt x="2961" y="4392"/>
                  </a:cubicBezTo>
                  <a:cubicBezTo>
                    <a:pt x="3151" y="4392"/>
                    <a:pt x="3306" y="4220"/>
                    <a:pt x="3306" y="3999"/>
                  </a:cubicBezTo>
                  <a:cubicBezTo>
                    <a:pt x="3306" y="3847"/>
                    <a:pt x="3213" y="3696"/>
                    <a:pt x="3068" y="3638"/>
                  </a:cubicBezTo>
                  <a:lnTo>
                    <a:pt x="3068" y="3220"/>
                  </a:lnTo>
                  <a:cubicBezTo>
                    <a:pt x="3068" y="3155"/>
                    <a:pt x="3032" y="3126"/>
                    <a:pt x="2974" y="3097"/>
                  </a:cubicBezTo>
                  <a:lnTo>
                    <a:pt x="2404" y="2859"/>
                  </a:lnTo>
                  <a:lnTo>
                    <a:pt x="2404" y="2555"/>
                  </a:lnTo>
                  <a:lnTo>
                    <a:pt x="2527" y="2555"/>
                  </a:lnTo>
                  <a:cubicBezTo>
                    <a:pt x="2527" y="2555"/>
                    <a:pt x="3545" y="2108"/>
                    <a:pt x="3545" y="1531"/>
                  </a:cubicBezTo>
                  <a:cubicBezTo>
                    <a:pt x="3545" y="1170"/>
                    <a:pt x="3364" y="845"/>
                    <a:pt x="3068" y="665"/>
                  </a:cubicBezTo>
                  <a:cubicBezTo>
                    <a:pt x="2917" y="268"/>
                    <a:pt x="2556" y="0"/>
                    <a:pt x="2166" y="0"/>
                  </a:cubicBezTo>
                  <a:cubicBezTo>
                    <a:pt x="2014" y="0"/>
                    <a:pt x="1892" y="29"/>
                    <a:pt x="1769" y="87"/>
                  </a:cubicBezTo>
                  <a:cubicBezTo>
                    <a:pt x="1654" y="29"/>
                    <a:pt x="1531" y="0"/>
                    <a:pt x="1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5"/>
            <p:cNvSpPr/>
            <p:nvPr/>
          </p:nvSpPr>
          <p:spPr>
            <a:xfrm>
              <a:off x="8286788" y="3758582"/>
              <a:ext cx="49587" cy="35605"/>
            </a:xfrm>
            <a:custGeom>
              <a:rect b="b" l="l" r="r" t="t"/>
              <a:pathLst>
                <a:path extrusionOk="0" h="410" w="571">
                  <a:moveTo>
                    <a:pt x="419" y="0"/>
                  </a:moveTo>
                  <a:cubicBezTo>
                    <a:pt x="381" y="0"/>
                    <a:pt x="337" y="14"/>
                    <a:pt x="303" y="48"/>
                  </a:cubicBezTo>
                  <a:cubicBezTo>
                    <a:pt x="267" y="113"/>
                    <a:pt x="181" y="142"/>
                    <a:pt x="123" y="142"/>
                  </a:cubicBezTo>
                  <a:cubicBezTo>
                    <a:pt x="29" y="142"/>
                    <a:pt x="0" y="200"/>
                    <a:pt x="0" y="294"/>
                  </a:cubicBezTo>
                  <a:cubicBezTo>
                    <a:pt x="0" y="351"/>
                    <a:pt x="29" y="409"/>
                    <a:pt x="123" y="409"/>
                  </a:cubicBezTo>
                  <a:cubicBezTo>
                    <a:pt x="267" y="409"/>
                    <a:pt x="419" y="351"/>
                    <a:pt x="513" y="200"/>
                  </a:cubicBezTo>
                  <a:cubicBezTo>
                    <a:pt x="570" y="171"/>
                    <a:pt x="541" y="77"/>
                    <a:pt x="484" y="19"/>
                  </a:cubicBezTo>
                  <a:cubicBezTo>
                    <a:pt x="469" y="7"/>
                    <a:pt x="445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8127519" y="3758582"/>
              <a:ext cx="49674" cy="35605"/>
            </a:xfrm>
            <a:custGeom>
              <a:rect b="b" l="l" r="r" t="t"/>
              <a:pathLst>
                <a:path extrusionOk="0" h="410" w="572">
                  <a:moveTo>
                    <a:pt x="142" y="0"/>
                  </a:moveTo>
                  <a:cubicBezTo>
                    <a:pt x="113" y="0"/>
                    <a:pt x="83" y="7"/>
                    <a:pt x="59" y="19"/>
                  </a:cubicBezTo>
                  <a:cubicBezTo>
                    <a:pt x="30" y="77"/>
                    <a:pt x="1" y="171"/>
                    <a:pt x="59" y="200"/>
                  </a:cubicBezTo>
                  <a:cubicBezTo>
                    <a:pt x="152" y="351"/>
                    <a:pt x="297" y="409"/>
                    <a:pt x="448" y="409"/>
                  </a:cubicBezTo>
                  <a:cubicBezTo>
                    <a:pt x="513" y="409"/>
                    <a:pt x="571" y="351"/>
                    <a:pt x="571" y="294"/>
                  </a:cubicBezTo>
                  <a:cubicBezTo>
                    <a:pt x="571" y="200"/>
                    <a:pt x="513" y="142"/>
                    <a:pt x="448" y="142"/>
                  </a:cubicBezTo>
                  <a:cubicBezTo>
                    <a:pt x="362" y="142"/>
                    <a:pt x="297" y="113"/>
                    <a:pt x="239" y="48"/>
                  </a:cubicBezTo>
                  <a:cubicBezTo>
                    <a:pt x="222" y="14"/>
                    <a:pt x="183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35"/>
          <p:cNvGrpSpPr/>
          <p:nvPr/>
        </p:nvGrpSpPr>
        <p:grpSpPr>
          <a:xfrm>
            <a:off x="871520" y="1366797"/>
            <a:ext cx="381760" cy="381239"/>
            <a:chOff x="1475445" y="4222759"/>
            <a:chExt cx="381760" cy="381239"/>
          </a:xfrm>
        </p:grpSpPr>
        <p:sp>
          <p:nvSpPr>
            <p:cNvPr id="478" name="Google Shape;478;p35"/>
            <p:cNvSpPr/>
            <p:nvPr/>
          </p:nvSpPr>
          <p:spPr>
            <a:xfrm>
              <a:off x="1475445" y="4273302"/>
              <a:ext cx="381760" cy="330696"/>
            </a:xfrm>
            <a:custGeom>
              <a:rect b="b" l="l" r="r" t="t"/>
              <a:pathLst>
                <a:path extrusionOk="0" h="3808" w="4396">
                  <a:moveTo>
                    <a:pt x="620" y="253"/>
                  </a:moveTo>
                  <a:cubicBezTo>
                    <a:pt x="635" y="253"/>
                    <a:pt x="649" y="254"/>
                    <a:pt x="664" y="256"/>
                  </a:cubicBezTo>
                  <a:cubicBezTo>
                    <a:pt x="873" y="256"/>
                    <a:pt x="1025" y="437"/>
                    <a:pt x="1025" y="646"/>
                  </a:cubicBezTo>
                  <a:lnTo>
                    <a:pt x="1025" y="2154"/>
                  </a:lnTo>
                  <a:cubicBezTo>
                    <a:pt x="931" y="2060"/>
                    <a:pt x="787" y="2003"/>
                    <a:pt x="635" y="2003"/>
                  </a:cubicBezTo>
                  <a:cubicBezTo>
                    <a:pt x="512" y="2003"/>
                    <a:pt x="361" y="2060"/>
                    <a:pt x="274" y="2154"/>
                  </a:cubicBezTo>
                  <a:lnTo>
                    <a:pt x="274" y="646"/>
                  </a:lnTo>
                  <a:cubicBezTo>
                    <a:pt x="274" y="424"/>
                    <a:pt x="430" y="253"/>
                    <a:pt x="620" y="253"/>
                  </a:cubicBezTo>
                  <a:close/>
                  <a:moveTo>
                    <a:pt x="787" y="2306"/>
                  </a:moveTo>
                  <a:cubicBezTo>
                    <a:pt x="931" y="2335"/>
                    <a:pt x="1025" y="2486"/>
                    <a:pt x="1025" y="2667"/>
                  </a:cubicBezTo>
                  <a:cubicBezTo>
                    <a:pt x="1025" y="2811"/>
                    <a:pt x="931" y="2963"/>
                    <a:pt x="787" y="3028"/>
                  </a:cubicBezTo>
                  <a:lnTo>
                    <a:pt x="787" y="2306"/>
                  </a:lnTo>
                  <a:close/>
                  <a:moveTo>
                    <a:pt x="4150" y="769"/>
                  </a:moveTo>
                  <a:lnTo>
                    <a:pt x="4150" y="3056"/>
                  </a:lnTo>
                  <a:lnTo>
                    <a:pt x="1148" y="3056"/>
                  </a:lnTo>
                  <a:cubicBezTo>
                    <a:pt x="1234" y="2934"/>
                    <a:pt x="1292" y="2811"/>
                    <a:pt x="1292" y="2667"/>
                  </a:cubicBezTo>
                  <a:lnTo>
                    <a:pt x="1292" y="769"/>
                  </a:lnTo>
                  <a:close/>
                  <a:moveTo>
                    <a:pt x="512" y="2306"/>
                  </a:moveTo>
                  <a:lnTo>
                    <a:pt x="512" y="3172"/>
                  </a:lnTo>
                  <a:cubicBezTo>
                    <a:pt x="512" y="3237"/>
                    <a:pt x="570" y="3295"/>
                    <a:pt x="635" y="3295"/>
                  </a:cubicBezTo>
                  <a:lnTo>
                    <a:pt x="3609" y="3295"/>
                  </a:lnTo>
                  <a:lnTo>
                    <a:pt x="3609" y="3569"/>
                  </a:lnTo>
                  <a:lnTo>
                    <a:pt x="787" y="3569"/>
                  </a:lnTo>
                  <a:cubicBezTo>
                    <a:pt x="484" y="3569"/>
                    <a:pt x="274" y="3324"/>
                    <a:pt x="274" y="3056"/>
                  </a:cubicBezTo>
                  <a:lnTo>
                    <a:pt x="274" y="2667"/>
                  </a:lnTo>
                  <a:cubicBezTo>
                    <a:pt x="274" y="2486"/>
                    <a:pt x="361" y="2335"/>
                    <a:pt x="512" y="2306"/>
                  </a:cubicBezTo>
                  <a:close/>
                  <a:moveTo>
                    <a:pt x="640" y="0"/>
                  </a:moveTo>
                  <a:cubicBezTo>
                    <a:pt x="487" y="0"/>
                    <a:pt x="319" y="51"/>
                    <a:pt x="152" y="169"/>
                  </a:cubicBezTo>
                  <a:cubicBezTo>
                    <a:pt x="65" y="256"/>
                    <a:pt x="0" y="408"/>
                    <a:pt x="0" y="530"/>
                  </a:cubicBezTo>
                  <a:lnTo>
                    <a:pt x="0" y="3295"/>
                  </a:lnTo>
                  <a:cubicBezTo>
                    <a:pt x="0" y="3598"/>
                    <a:pt x="245" y="3807"/>
                    <a:pt x="512" y="3807"/>
                  </a:cubicBezTo>
                  <a:lnTo>
                    <a:pt x="3789" y="3807"/>
                  </a:lnTo>
                  <a:cubicBezTo>
                    <a:pt x="3854" y="3807"/>
                    <a:pt x="3883" y="3778"/>
                    <a:pt x="3883" y="3713"/>
                  </a:cubicBezTo>
                  <a:lnTo>
                    <a:pt x="3883" y="3295"/>
                  </a:lnTo>
                  <a:lnTo>
                    <a:pt x="4273" y="3295"/>
                  </a:lnTo>
                  <a:cubicBezTo>
                    <a:pt x="4331" y="3295"/>
                    <a:pt x="4396" y="3237"/>
                    <a:pt x="4396" y="3172"/>
                  </a:cubicBezTo>
                  <a:lnTo>
                    <a:pt x="4396" y="646"/>
                  </a:lnTo>
                  <a:cubicBezTo>
                    <a:pt x="4396" y="559"/>
                    <a:pt x="4331" y="501"/>
                    <a:pt x="4273" y="501"/>
                  </a:cubicBezTo>
                  <a:lnTo>
                    <a:pt x="1263" y="501"/>
                  </a:lnTo>
                  <a:cubicBezTo>
                    <a:pt x="1205" y="215"/>
                    <a:pt x="954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1637754" y="4362924"/>
              <a:ext cx="146156" cy="152061"/>
            </a:xfrm>
            <a:custGeom>
              <a:rect b="b" l="l" r="r" t="t"/>
              <a:pathLst>
                <a:path extrusionOk="0" h="1751" w="1683">
                  <a:moveTo>
                    <a:pt x="1083" y="458"/>
                  </a:moveTo>
                  <a:cubicBezTo>
                    <a:pt x="1263" y="458"/>
                    <a:pt x="1444" y="610"/>
                    <a:pt x="1444" y="819"/>
                  </a:cubicBezTo>
                  <a:cubicBezTo>
                    <a:pt x="1444" y="942"/>
                    <a:pt x="1379" y="1122"/>
                    <a:pt x="1292" y="1274"/>
                  </a:cubicBezTo>
                  <a:cubicBezTo>
                    <a:pt x="1227" y="1389"/>
                    <a:pt x="1141" y="1483"/>
                    <a:pt x="1083" y="1483"/>
                  </a:cubicBezTo>
                  <a:cubicBezTo>
                    <a:pt x="1018" y="1483"/>
                    <a:pt x="960" y="1483"/>
                    <a:pt x="903" y="1454"/>
                  </a:cubicBezTo>
                  <a:lnTo>
                    <a:pt x="780" y="1454"/>
                  </a:lnTo>
                  <a:cubicBezTo>
                    <a:pt x="722" y="1483"/>
                    <a:pt x="686" y="1483"/>
                    <a:pt x="628" y="1483"/>
                  </a:cubicBezTo>
                  <a:cubicBezTo>
                    <a:pt x="542" y="1483"/>
                    <a:pt x="448" y="1389"/>
                    <a:pt x="390" y="1274"/>
                  </a:cubicBezTo>
                  <a:cubicBezTo>
                    <a:pt x="296" y="1122"/>
                    <a:pt x="267" y="942"/>
                    <a:pt x="267" y="819"/>
                  </a:cubicBezTo>
                  <a:cubicBezTo>
                    <a:pt x="267" y="610"/>
                    <a:pt x="419" y="458"/>
                    <a:pt x="628" y="458"/>
                  </a:cubicBezTo>
                  <a:cubicBezTo>
                    <a:pt x="686" y="458"/>
                    <a:pt x="722" y="458"/>
                    <a:pt x="780" y="487"/>
                  </a:cubicBezTo>
                  <a:cubicBezTo>
                    <a:pt x="794" y="502"/>
                    <a:pt x="816" y="509"/>
                    <a:pt x="839" y="509"/>
                  </a:cubicBezTo>
                  <a:cubicBezTo>
                    <a:pt x="861" y="509"/>
                    <a:pt x="885" y="502"/>
                    <a:pt x="903" y="487"/>
                  </a:cubicBezTo>
                  <a:cubicBezTo>
                    <a:pt x="960" y="458"/>
                    <a:pt x="1018" y="458"/>
                    <a:pt x="1083" y="458"/>
                  </a:cubicBezTo>
                  <a:close/>
                  <a:moveTo>
                    <a:pt x="820" y="1"/>
                  </a:moveTo>
                  <a:cubicBezTo>
                    <a:pt x="760" y="1"/>
                    <a:pt x="722" y="56"/>
                    <a:pt x="722" y="126"/>
                  </a:cubicBezTo>
                  <a:lnTo>
                    <a:pt x="722" y="191"/>
                  </a:lnTo>
                  <a:lnTo>
                    <a:pt x="628" y="191"/>
                  </a:lnTo>
                  <a:cubicBezTo>
                    <a:pt x="267" y="191"/>
                    <a:pt x="0" y="458"/>
                    <a:pt x="0" y="819"/>
                  </a:cubicBezTo>
                  <a:cubicBezTo>
                    <a:pt x="0" y="971"/>
                    <a:pt x="58" y="1180"/>
                    <a:pt x="145" y="1389"/>
                  </a:cubicBezTo>
                  <a:cubicBezTo>
                    <a:pt x="267" y="1635"/>
                    <a:pt x="448" y="1750"/>
                    <a:pt x="628" y="1750"/>
                  </a:cubicBezTo>
                  <a:cubicBezTo>
                    <a:pt x="686" y="1750"/>
                    <a:pt x="780" y="1721"/>
                    <a:pt x="838" y="1721"/>
                  </a:cubicBezTo>
                  <a:cubicBezTo>
                    <a:pt x="931" y="1721"/>
                    <a:pt x="989" y="1750"/>
                    <a:pt x="1083" y="1750"/>
                  </a:cubicBezTo>
                  <a:cubicBezTo>
                    <a:pt x="1227" y="1750"/>
                    <a:pt x="1408" y="1635"/>
                    <a:pt x="1531" y="1389"/>
                  </a:cubicBezTo>
                  <a:cubicBezTo>
                    <a:pt x="1624" y="1180"/>
                    <a:pt x="1682" y="971"/>
                    <a:pt x="1682" y="819"/>
                  </a:cubicBezTo>
                  <a:cubicBezTo>
                    <a:pt x="1682" y="458"/>
                    <a:pt x="1408" y="191"/>
                    <a:pt x="1083" y="191"/>
                  </a:cubicBezTo>
                  <a:lnTo>
                    <a:pt x="960" y="191"/>
                  </a:lnTo>
                  <a:lnTo>
                    <a:pt x="960" y="126"/>
                  </a:lnTo>
                  <a:cubicBezTo>
                    <a:pt x="960" y="69"/>
                    <a:pt x="931" y="11"/>
                    <a:pt x="866" y="11"/>
                  </a:cubicBezTo>
                  <a:cubicBezTo>
                    <a:pt x="850" y="4"/>
                    <a:pt x="834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1577572" y="4222759"/>
              <a:ext cx="279633" cy="72861"/>
            </a:xfrm>
            <a:custGeom>
              <a:rect b="b" l="l" r="r" t="t"/>
              <a:pathLst>
                <a:path extrusionOk="0" h="839" w="3220">
                  <a:moveTo>
                    <a:pt x="693" y="326"/>
                  </a:moveTo>
                  <a:lnTo>
                    <a:pt x="693" y="506"/>
                  </a:lnTo>
                  <a:lnTo>
                    <a:pt x="477" y="419"/>
                  </a:lnTo>
                  <a:lnTo>
                    <a:pt x="693" y="326"/>
                  </a:lnTo>
                  <a:close/>
                  <a:moveTo>
                    <a:pt x="2433" y="268"/>
                  </a:moveTo>
                  <a:lnTo>
                    <a:pt x="2433" y="571"/>
                  </a:lnTo>
                  <a:lnTo>
                    <a:pt x="960" y="571"/>
                  </a:lnTo>
                  <a:lnTo>
                    <a:pt x="960" y="268"/>
                  </a:lnTo>
                  <a:close/>
                  <a:moveTo>
                    <a:pt x="2974" y="268"/>
                  </a:moveTo>
                  <a:lnTo>
                    <a:pt x="2974" y="571"/>
                  </a:lnTo>
                  <a:lnTo>
                    <a:pt x="2707" y="571"/>
                  </a:lnTo>
                  <a:lnTo>
                    <a:pt x="2707" y="268"/>
                  </a:lnTo>
                  <a:close/>
                  <a:moveTo>
                    <a:pt x="780" y="1"/>
                  </a:moveTo>
                  <a:lnTo>
                    <a:pt x="87" y="297"/>
                  </a:lnTo>
                  <a:cubicBezTo>
                    <a:pt x="29" y="297"/>
                    <a:pt x="0" y="362"/>
                    <a:pt x="0" y="391"/>
                  </a:cubicBezTo>
                  <a:cubicBezTo>
                    <a:pt x="0" y="448"/>
                    <a:pt x="29" y="506"/>
                    <a:pt x="87" y="542"/>
                  </a:cubicBezTo>
                  <a:lnTo>
                    <a:pt x="780" y="809"/>
                  </a:lnTo>
                  <a:cubicBezTo>
                    <a:pt x="780" y="838"/>
                    <a:pt x="809" y="838"/>
                    <a:pt x="809" y="838"/>
                  </a:cubicBezTo>
                  <a:lnTo>
                    <a:pt x="3097" y="838"/>
                  </a:lnTo>
                  <a:cubicBezTo>
                    <a:pt x="3155" y="838"/>
                    <a:pt x="3220" y="780"/>
                    <a:pt x="3220" y="723"/>
                  </a:cubicBezTo>
                  <a:lnTo>
                    <a:pt x="3220" y="116"/>
                  </a:lnTo>
                  <a:cubicBezTo>
                    <a:pt x="3220" y="59"/>
                    <a:pt x="3155" y="1"/>
                    <a:pt x="3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6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- Server Connection</a:t>
            </a:r>
            <a:endParaRPr/>
          </a:p>
        </p:txBody>
      </p:sp>
      <p:sp>
        <p:nvSpPr>
          <p:cNvPr id="486" name="Google Shape;486;p36"/>
          <p:cNvSpPr txBox="1"/>
          <p:nvPr>
            <p:ph idx="1" type="subTitle"/>
          </p:nvPr>
        </p:nvSpPr>
        <p:spPr>
          <a:xfrm>
            <a:off x="1445250" y="1141275"/>
            <a:ext cx="5986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-425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100"/>
              <a:buChar char="➔"/>
            </a:pPr>
            <a:r>
              <a:rPr lang="en" sz="3100"/>
              <a:t>Client → Request → Server</a:t>
            </a:r>
            <a:endParaRPr sz="31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-425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100"/>
              <a:buChar char="➔"/>
            </a:pPr>
            <a:r>
              <a:rPr lang="en" sz="3100"/>
              <a:t>Server → Response → Client</a:t>
            </a:r>
            <a:endParaRPr sz="3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 txBox="1"/>
          <p:nvPr>
            <p:ph type="title"/>
          </p:nvPr>
        </p:nvSpPr>
        <p:spPr>
          <a:xfrm>
            <a:off x="2380200" y="2150850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Code with Me!</a:t>
            </a:r>
            <a:endParaRPr sz="7000"/>
          </a:p>
        </p:txBody>
      </p:sp>
      <p:sp>
        <p:nvSpPr>
          <p:cNvPr id="492" name="Google Shape;492;p37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3" name="Google Shape;493;p37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494" name="Google Shape;494;p37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37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7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8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HTTP?</a:t>
            </a:r>
            <a:endParaRPr/>
          </a:p>
        </p:txBody>
      </p:sp>
      <p:sp>
        <p:nvSpPr>
          <p:cNvPr id="504" name="Google Shape;504;p38"/>
          <p:cNvSpPr txBox="1"/>
          <p:nvPr>
            <p:ph idx="1" type="subTitle"/>
          </p:nvPr>
        </p:nvSpPr>
        <p:spPr>
          <a:xfrm>
            <a:off x="1432475" y="1383925"/>
            <a:ext cx="5986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Char char="➔"/>
            </a:pPr>
            <a:r>
              <a:rPr lang="en" sz="3100"/>
              <a:t>Communication protocol</a:t>
            </a:r>
            <a:br>
              <a:rPr lang="en" sz="3100"/>
            </a:br>
            <a:endParaRPr sz="3100"/>
          </a:p>
          <a:p>
            <a:pPr indent="-4254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Char char="➔"/>
            </a:pPr>
            <a:r>
              <a:rPr lang="en" sz="3100"/>
              <a:t>Request / Response</a:t>
            </a:r>
            <a:br>
              <a:rPr lang="en" sz="3100"/>
            </a:br>
            <a:endParaRPr sz="3100"/>
          </a:p>
          <a:p>
            <a:pPr indent="-42545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Char char="➔"/>
            </a:pPr>
            <a:r>
              <a:rPr lang="en" sz="3100"/>
              <a:t>Stateless</a:t>
            </a:r>
            <a:endParaRPr sz="3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9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Methods</a:t>
            </a:r>
            <a:endParaRPr/>
          </a:p>
        </p:txBody>
      </p:sp>
      <p:sp>
        <p:nvSpPr>
          <p:cNvPr id="510" name="Google Shape;510;p39"/>
          <p:cNvSpPr txBox="1"/>
          <p:nvPr>
            <p:ph idx="1" type="subTitle"/>
          </p:nvPr>
        </p:nvSpPr>
        <p:spPr>
          <a:xfrm>
            <a:off x="1943325" y="1371150"/>
            <a:ext cx="5986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GET → Read</a:t>
            </a:r>
            <a:br>
              <a:rPr lang="en" sz="3100"/>
            </a:br>
            <a:endParaRPr sz="3100"/>
          </a:p>
          <a:p>
            <a:pPr indent="-4254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POST → Create</a:t>
            </a:r>
            <a:br>
              <a:rPr lang="en" sz="3100"/>
            </a:br>
            <a:endParaRPr sz="3100"/>
          </a:p>
          <a:p>
            <a:pPr indent="-4254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PUT → Update</a:t>
            </a:r>
            <a:br>
              <a:rPr lang="en" sz="3100"/>
            </a:br>
            <a:endParaRPr sz="3100"/>
          </a:p>
          <a:p>
            <a:pPr indent="-4254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DELETE → Remove</a:t>
            </a:r>
            <a:endParaRPr sz="3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API?</a:t>
            </a:r>
            <a:endParaRPr/>
          </a:p>
        </p:txBody>
      </p:sp>
      <p:sp>
        <p:nvSpPr>
          <p:cNvPr id="516" name="Google Shape;516;p40"/>
          <p:cNvSpPr txBox="1"/>
          <p:nvPr>
            <p:ph idx="1" type="subTitle"/>
          </p:nvPr>
        </p:nvSpPr>
        <p:spPr>
          <a:xfrm>
            <a:off x="522225" y="1179225"/>
            <a:ext cx="74076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➔"/>
            </a:pPr>
            <a:r>
              <a:rPr lang="en" sz="2600"/>
              <a:t>Application Programming Interface</a:t>
            </a:r>
            <a:endParaRPr sz="26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600"/>
              <a:buChar char="➔"/>
            </a:pPr>
            <a:r>
              <a:rPr lang="en" sz="2600"/>
              <a:t>Contract between client &amp; server</a:t>
            </a:r>
            <a:br>
              <a:rPr lang="en" sz="2600"/>
            </a:br>
            <a:endParaRPr sz="2600"/>
          </a:p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➔"/>
            </a:pPr>
            <a:r>
              <a:rPr lang="en" sz="2600"/>
              <a:t>Defines endpoints</a:t>
            </a:r>
            <a:br>
              <a:rPr lang="en" sz="2600"/>
            </a:br>
            <a:endParaRPr sz="2600"/>
          </a:p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➔"/>
            </a:pPr>
            <a:r>
              <a:rPr lang="en" sz="2600"/>
              <a:t>Defines inputs &amp; outputs</a:t>
            </a:r>
            <a:endParaRPr sz="2600"/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APIs</a:t>
            </a:r>
            <a:endParaRPr/>
          </a:p>
        </p:txBody>
      </p:sp>
      <p:sp>
        <p:nvSpPr>
          <p:cNvPr id="522" name="Google Shape;522;p41"/>
          <p:cNvSpPr txBox="1"/>
          <p:nvPr>
            <p:ph idx="1" type="subTitle"/>
          </p:nvPr>
        </p:nvSpPr>
        <p:spPr>
          <a:xfrm>
            <a:off x="509450" y="938450"/>
            <a:ext cx="74076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-4254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REST (most common)</a:t>
            </a:r>
            <a:endParaRPr sz="3100"/>
          </a:p>
          <a:p>
            <a:pPr indent="-4254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Graph</a:t>
            </a:r>
            <a:r>
              <a:rPr lang="en" sz="3100"/>
              <a:t>QL</a:t>
            </a:r>
            <a:endParaRPr sz="3100"/>
          </a:p>
          <a:p>
            <a:pPr indent="-4254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SOAP</a:t>
            </a:r>
            <a:endParaRPr sz="3100"/>
          </a:p>
          <a:p>
            <a:pPr indent="-4254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Char char="➔"/>
            </a:pPr>
            <a:r>
              <a:rPr lang="en" sz="3100"/>
              <a:t>gRPC.</a:t>
            </a:r>
            <a:endParaRPr sz="3100"/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2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Restful API</a:t>
            </a:r>
            <a:endParaRPr/>
          </a:p>
        </p:txBody>
      </p:sp>
      <p:sp>
        <p:nvSpPr>
          <p:cNvPr id="528" name="Google Shape;528;p42"/>
          <p:cNvSpPr txBox="1"/>
          <p:nvPr>
            <p:ph idx="1" type="subTitle"/>
          </p:nvPr>
        </p:nvSpPr>
        <p:spPr>
          <a:xfrm>
            <a:off x="38225" y="1442750"/>
            <a:ext cx="79371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➔"/>
            </a:pPr>
            <a:r>
              <a:rPr lang="en" sz="2600"/>
              <a:t>REST is a design style for building APIs</a:t>
            </a:r>
            <a:br>
              <a:rPr lang="en" sz="2600"/>
            </a:br>
            <a:endParaRPr sz="2600"/>
          </a:p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Char char="➔"/>
            </a:pPr>
            <a:r>
              <a:rPr lang="en" sz="2600"/>
              <a:t>It defines how URLs, methods, and responses should be designed</a:t>
            </a:r>
            <a:endParaRPr sz="2600"/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"/>
          <p:cNvSpPr/>
          <p:nvPr/>
        </p:nvSpPr>
        <p:spPr>
          <a:xfrm>
            <a:off x="-1174550" y="2728475"/>
            <a:ext cx="4641000" cy="261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4" name="Google Shape;534;p43"/>
          <p:cNvSpPr txBox="1"/>
          <p:nvPr>
            <p:ph type="title"/>
          </p:nvPr>
        </p:nvSpPr>
        <p:spPr>
          <a:xfrm>
            <a:off x="941850" y="365750"/>
            <a:ext cx="5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 Core Ideas</a:t>
            </a:r>
            <a:endParaRPr/>
          </a:p>
        </p:txBody>
      </p:sp>
      <p:sp>
        <p:nvSpPr>
          <p:cNvPr id="535" name="Google Shape;535;p43"/>
          <p:cNvSpPr txBox="1"/>
          <p:nvPr>
            <p:ph idx="1" type="subTitle"/>
          </p:nvPr>
        </p:nvSpPr>
        <p:spPr>
          <a:xfrm>
            <a:off x="537225" y="1044050"/>
            <a:ext cx="37158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200"/>
              <a:buChar char="●"/>
            </a:pPr>
            <a:r>
              <a:rPr lang="en" sz="2200"/>
              <a:t>Resources, not actions</a:t>
            </a:r>
            <a:br>
              <a:rPr lang="en" sz="2200"/>
            </a:br>
            <a:endParaRPr b="1"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/users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/getUsers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" sz="2200"/>
              <a:t>Use HTTP methods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Read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Create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PUT / PATCH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Update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Remove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536" name="Google Shape;536;p43"/>
          <p:cNvSpPr txBox="1"/>
          <p:nvPr/>
        </p:nvSpPr>
        <p:spPr>
          <a:xfrm>
            <a:off x="4345125" y="1044050"/>
            <a:ext cx="4260600" cy="49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Clear URLs</a:t>
            </a:r>
            <a:br>
              <a:rPr b="1" lang="en" sz="1500"/>
            </a:br>
            <a:endParaRPr b="1"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500"/>
              <a:buFont typeface="Roboto Mono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/users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500"/>
              <a:buFont typeface="Roboto Mono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/users/5</a:t>
            </a:r>
            <a:b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bert Sans"/>
              <a:buChar char="●"/>
            </a:pPr>
            <a:r>
              <a:rPr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Stateless</a:t>
            </a:r>
            <a:br>
              <a:rPr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Each request is independent</a:t>
            </a:r>
            <a:br>
              <a:rPr lang="en" sz="1500"/>
            </a:br>
            <a:endParaRPr sz="15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bert Sans"/>
              <a:buChar char="●"/>
            </a:pPr>
            <a:r>
              <a:rPr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Standard responses</a:t>
            </a:r>
            <a:br>
              <a:rPr lang="en" sz="2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b="1"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200</a:t>
            </a:r>
            <a:r>
              <a:rPr lang="en" sz="1500"/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201</a:t>
            </a:r>
            <a:r>
              <a:rPr lang="en" sz="1500"/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404</a:t>
            </a:r>
            <a:r>
              <a:rPr lang="en" sz="1500"/>
              <a:t>,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500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863" y="152400"/>
            <a:ext cx="690427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"/>
          <p:cNvSpPr txBox="1"/>
          <p:nvPr>
            <p:ph type="title"/>
          </p:nvPr>
        </p:nvSpPr>
        <p:spPr>
          <a:xfrm>
            <a:off x="2380200" y="2150850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Code!</a:t>
            </a:r>
            <a:endParaRPr sz="7000"/>
          </a:p>
        </p:txBody>
      </p:sp>
      <p:sp>
        <p:nvSpPr>
          <p:cNvPr id="547" name="Google Shape;547;p45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8" name="Google Shape;548;p45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549" name="Google Shape;549;p45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5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5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45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5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6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59" name="Google Shape;559;p46"/>
          <p:cNvSpPr txBox="1"/>
          <p:nvPr>
            <p:ph idx="2" type="title"/>
          </p:nvPr>
        </p:nvSpPr>
        <p:spPr>
          <a:xfrm>
            <a:off x="1972932" y="1494100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0" name="Google Shape;560;p46"/>
          <p:cNvSpPr txBox="1"/>
          <p:nvPr>
            <p:ph idx="3" type="title"/>
          </p:nvPr>
        </p:nvSpPr>
        <p:spPr>
          <a:xfrm>
            <a:off x="3495132" y="3066216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3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561" name="Google Shape;561;p46"/>
          <p:cNvSpPr txBox="1"/>
          <p:nvPr>
            <p:ph idx="4" type="title"/>
          </p:nvPr>
        </p:nvSpPr>
        <p:spPr>
          <a:xfrm>
            <a:off x="2734932" y="2280158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2" name="Google Shape;562;p46"/>
          <p:cNvSpPr txBox="1"/>
          <p:nvPr>
            <p:ph idx="5" type="title"/>
          </p:nvPr>
        </p:nvSpPr>
        <p:spPr>
          <a:xfrm>
            <a:off x="4258932" y="3852275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4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563" name="Google Shape;563;p46"/>
          <p:cNvSpPr txBox="1"/>
          <p:nvPr>
            <p:ph idx="6" type="subTitle"/>
          </p:nvPr>
        </p:nvSpPr>
        <p:spPr>
          <a:xfrm>
            <a:off x="2756631" y="1490175"/>
            <a:ext cx="5546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&amp; Building server with Express</a:t>
            </a:r>
            <a:endParaRPr/>
          </a:p>
        </p:txBody>
      </p:sp>
      <p:sp>
        <p:nvSpPr>
          <p:cNvPr id="564" name="Google Shape;564;p46"/>
          <p:cNvSpPr txBox="1"/>
          <p:nvPr>
            <p:ph idx="7" type="subTitle"/>
          </p:nvPr>
        </p:nvSpPr>
        <p:spPr>
          <a:xfrm>
            <a:off x="3518625" y="2277500"/>
            <a:ext cx="42063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</a:t>
            </a: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Client Sends Data</a:t>
            </a:r>
            <a:endParaRPr/>
          </a:p>
        </p:txBody>
      </p:sp>
      <p:sp>
        <p:nvSpPr>
          <p:cNvPr id="565" name="Google Shape;565;p46"/>
          <p:cNvSpPr txBox="1"/>
          <p:nvPr>
            <p:ph idx="1" type="subTitle"/>
          </p:nvPr>
        </p:nvSpPr>
        <p:spPr>
          <a:xfrm>
            <a:off x="4280618" y="3064825"/>
            <a:ext cx="2834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Operations</a:t>
            </a:r>
            <a:endParaRPr/>
          </a:p>
        </p:txBody>
      </p:sp>
      <p:sp>
        <p:nvSpPr>
          <p:cNvPr id="566" name="Google Shape;566;p46"/>
          <p:cNvSpPr txBox="1"/>
          <p:nvPr>
            <p:ph idx="8" type="subTitle"/>
          </p:nvPr>
        </p:nvSpPr>
        <p:spPr>
          <a:xfrm>
            <a:off x="5042618" y="3852150"/>
            <a:ext cx="2835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Structure</a:t>
            </a:r>
            <a:endParaRPr/>
          </a:p>
        </p:txBody>
      </p:sp>
      <p:sp>
        <p:nvSpPr>
          <p:cNvPr id="567" name="Google Shape;567;p46"/>
          <p:cNvSpPr/>
          <p:nvPr/>
        </p:nvSpPr>
        <p:spPr>
          <a:xfrm>
            <a:off x="1972932" y="1948313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6"/>
          <p:cNvSpPr/>
          <p:nvPr/>
        </p:nvSpPr>
        <p:spPr>
          <a:xfrm>
            <a:off x="2734932" y="2732328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6"/>
          <p:cNvSpPr/>
          <p:nvPr/>
        </p:nvSpPr>
        <p:spPr>
          <a:xfrm>
            <a:off x="3496626" y="3516343"/>
            <a:ext cx="728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6"/>
          <p:cNvSpPr/>
          <p:nvPr/>
        </p:nvSpPr>
        <p:spPr>
          <a:xfrm>
            <a:off x="4258932" y="4300359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6"/>
          <p:cNvSpPr/>
          <p:nvPr/>
        </p:nvSpPr>
        <p:spPr>
          <a:xfrm>
            <a:off x="8066277" y="1159208"/>
            <a:ext cx="279300" cy="27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6"/>
          <p:cNvSpPr/>
          <p:nvPr/>
        </p:nvSpPr>
        <p:spPr>
          <a:xfrm>
            <a:off x="-8" y="3552720"/>
            <a:ext cx="1715969" cy="1210793"/>
          </a:xfrm>
          <a:custGeom>
            <a:rect b="b" l="l" r="r" t="t"/>
            <a:pathLst>
              <a:path extrusionOk="0" h="55471" w="78615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3" name="Google Shape;573;p46"/>
          <p:cNvCxnSpPr/>
          <p:nvPr/>
        </p:nvCxnSpPr>
        <p:spPr>
          <a:xfrm>
            <a:off x="1633300" y="1718975"/>
            <a:ext cx="6237600" cy="28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7"/>
          <p:cNvSpPr txBox="1"/>
          <p:nvPr>
            <p:ph type="title"/>
          </p:nvPr>
        </p:nvSpPr>
        <p:spPr>
          <a:xfrm>
            <a:off x="1840550" y="2732125"/>
            <a:ext cx="5887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How Client Sends Data</a:t>
            </a:r>
            <a:endParaRPr sz="5100"/>
          </a:p>
        </p:txBody>
      </p:sp>
      <p:sp>
        <p:nvSpPr>
          <p:cNvPr id="579" name="Google Shape;579;p47"/>
          <p:cNvSpPr txBox="1"/>
          <p:nvPr>
            <p:ph idx="2" type="title"/>
          </p:nvPr>
        </p:nvSpPr>
        <p:spPr>
          <a:xfrm>
            <a:off x="3966275" y="924200"/>
            <a:ext cx="1160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0" name="Google Shape;580;p47"/>
          <p:cNvSpPr/>
          <p:nvPr/>
        </p:nvSpPr>
        <p:spPr>
          <a:xfrm>
            <a:off x="3966275" y="1766000"/>
            <a:ext cx="11604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7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2" name="Google Shape;582;p47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583" name="Google Shape;583;p47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7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7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6" name="Google Shape;586;p47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7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8"/>
          <p:cNvSpPr txBox="1"/>
          <p:nvPr>
            <p:ph type="title"/>
          </p:nvPr>
        </p:nvSpPr>
        <p:spPr>
          <a:xfrm>
            <a:off x="1445250" y="236760"/>
            <a:ext cx="48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Client Sends Data</a:t>
            </a:r>
            <a:endParaRPr/>
          </a:p>
        </p:txBody>
      </p:sp>
      <p:sp>
        <p:nvSpPr>
          <p:cNvPr id="593" name="Google Shape;593;p48"/>
          <p:cNvSpPr txBox="1"/>
          <p:nvPr>
            <p:ph idx="1" type="subTitle"/>
          </p:nvPr>
        </p:nvSpPr>
        <p:spPr>
          <a:xfrm>
            <a:off x="1330325" y="1128475"/>
            <a:ext cx="59865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100"/>
              <a:t>Ways Client Sends Data:</a:t>
            </a:r>
            <a:endParaRPr sz="3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406400" lvl="0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800"/>
              <a:buChar char="➔"/>
            </a:pPr>
            <a:r>
              <a:rPr lang="en" sz="2800"/>
              <a:t>URL Params</a:t>
            </a:r>
            <a:br>
              <a:rPr lang="en" sz="2800"/>
            </a:br>
            <a:endParaRPr sz="2800"/>
          </a:p>
          <a:p>
            <a:pPr indent="-406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➔"/>
            </a:pPr>
            <a:r>
              <a:rPr lang="en" sz="2800"/>
              <a:t>Query Params</a:t>
            </a:r>
            <a:br>
              <a:rPr lang="en" sz="2800"/>
            </a:br>
            <a:endParaRPr sz="2800"/>
          </a:p>
          <a:p>
            <a:pPr indent="-406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➔"/>
            </a:pPr>
            <a:r>
              <a:rPr lang="en" sz="2800"/>
              <a:t>Request Body</a:t>
            </a:r>
            <a:endParaRPr sz="2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2100"/>
          </a:p>
        </p:txBody>
      </p:sp>
      <p:grpSp>
        <p:nvGrpSpPr>
          <p:cNvPr id="594" name="Google Shape;594;p48"/>
          <p:cNvGrpSpPr/>
          <p:nvPr/>
        </p:nvGrpSpPr>
        <p:grpSpPr>
          <a:xfrm>
            <a:off x="-1175262" y="-429006"/>
            <a:ext cx="2620515" cy="2602088"/>
            <a:chOff x="-1175262" y="-429006"/>
            <a:chExt cx="2620515" cy="2602088"/>
          </a:xfrm>
        </p:grpSpPr>
        <p:sp>
          <p:nvSpPr>
            <p:cNvPr id="595" name="Google Shape;595;p48"/>
            <p:cNvSpPr/>
            <p:nvPr/>
          </p:nvSpPr>
          <p:spPr>
            <a:xfrm>
              <a:off x="-475336" y="-429006"/>
              <a:ext cx="1920589" cy="1044180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8"/>
            <p:cNvSpPr/>
            <p:nvPr/>
          </p:nvSpPr>
          <p:spPr>
            <a:xfrm rot="-648672">
              <a:off x="-1083571" y="839904"/>
              <a:ext cx="1599139" cy="1129641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8"/>
            <p:cNvSpPr/>
            <p:nvPr/>
          </p:nvSpPr>
          <p:spPr>
            <a:xfrm rot="733865">
              <a:off x="-180113" y="1448337"/>
              <a:ext cx="646703" cy="663775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8"/>
            <p:cNvSpPr/>
            <p:nvPr/>
          </p:nvSpPr>
          <p:spPr>
            <a:xfrm>
              <a:off x="573577" y="699946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9" name="Google Shape;599;p48"/>
          <p:cNvSpPr/>
          <p:nvPr/>
        </p:nvSpPr>
        <p:spPr>
          <a:xfrm rot="6986443">
            <a:off x="7407955" y="3893913"/>
            <a:ext cx="606051" cy="745913"/>
          </a:xfrm>
          <a:custGeom>
            <a:rect b="b" l="l" r="r" t="t"/>
            <a:pathLst>
              <a:path extrusionOk="0" h="14773" w="12003">
                <a:moveTo>
                  <a:pt x="2808" y="1"/>
                </a:moveTo>
                <a:cubicBezTo>
                  <a:pt x="2045" y="1"/>
                  <a:pt x="1284" y="485"/>
                  <a:pt x="1016" y="1297"/>
                </a:cubicBezTo>
                <a:cubicBezTo>
                  <a:pt x="1" y="4271"/>
                  <a:pt x="358" y="7617"/>
                  <a:pt x="2146" y="10234"/>
                </a:cubicBezTo>
                <a:cubicBezTo>
                  <a:pt x="3089" y="11907"/>
                  <a:pt x="4519" y="13265"/>
                  <a:pt x="6435" y="14051"/>
                </a:cubicBezTo>
                <a:cubicBezTo>
                  <a:pt x="7451" y="14466"/>
                  <a:pt x="8523" y="14695"/>
                  <a:pt x="9524" y="14766"/>
                </a:cubicBezTo>
                <a:cubicBezTo>
                  <a:pt x="9575" y="14770"/>
                  <a:pt x="9625" y="14772"/>
                  <a:pt x="9674" y="14772"/>
                </a:cubicBezTo>
                <a:cubicBezTo>
                  <a:pt x="11091" y="14772"/>
                  <a:pt x="12002" y="13221"/>
                  <a:pt x="11311" y="11964"/>
                </a:cubicBezTo>
                <a:lnTo>
                  <a:pt x="11254" y="11964"/>
                </a:lnTo>
                <a:cubicBezTo>
                  <a:pt x="10954" y="11420"/>
                  <a:pt x="10425" y="11063"/>
                  <a:pt x="9824" y="11006"/>
                </a:cubicBezTo>
                <a:cubicBezTo>
                  <a:pt x="9653" y="11006"/>
                  <a:pt x="9524" y="11006"/>
                  <a:pt x="9410" y="10949"/>
                </a:cubicBezTo>
                <a:lnTo>
                  <a:pt x="9167" y="10949"/>
                </a:lnTo>
                <a:cubicBezTo>
                  <a:pt x="7737" y="10534"/>
                  <a:pt x="6493" y="9819"/>
                  <a:pt x="5592" y="8747"/>
                </a:cubicBezTo>
                <a:cubicBezTo>
                  <a:pt x="5477" y="8689"/>
                  <a:pt x="5420" y="8561"/>
                  <a:pt x="5363" y="8446"/>
                </a:cubicBezTo>
                <a:cubicBezTo>
                  <a:pt x="5234" y="8260"/>
                  <a:pt x="5120" y="8032"/>
                  <a:pt x="5063" y="7789"/>
                </a:cubicBezTo>
                <a:cubicBezTo>
                  <a:pt x="4405" y="6058"/>
                  <a:pt x="4462" y="4271"/>
                  <a:pt x="4877" y="2484"/>
                </a:cubicBezTo>
                <a:cubicBezTo>
                  <a:pt x="5006" y="1769"/>
                  <a:pt x="4762" y="1111"/>
                  <a:pt x="4233" y="639"/>
                </a:cubicBezTo>
                <a:cubicBezTo>
                  <a:pt x="4162" y="582"/>
                  <a:pt x="4105" y="525"/>
                  <a:pt x="3990" y="467"/>
                </a:cubicBezTo>
                <a:cubicBezTo>
                  <a:pt x="3650" y="148"/>
                  <a:pt x="3229" y="1"/>
                  <a:pt x="28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9"/>
          <p:cNvSpPr txBox="1"/>
          <p:nvPr>
            <p:ph type="title"/>
          </p:nvPr>
        </p:nvSpPr>
        <p:spPr>
          <a:xfrm>
            <a:off x="2380200" y="2150850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Code!</a:t>
            </a:r>
            <a:endParaRPr sz="7000"/>
          </a:p>
        </p:txBody>
      </p:sp>
      <p:sp>
        <p:nvSpPr>
          <p:cNvPr id="605" name="Google Shape;605;p49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6" name="Google Shape;606;p49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607" name="Google Shape;607;p49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9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9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0" name="Google Shape;610;p49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9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0"/>
          <p:cNvSpPr txBox="1"/>
          <p:nvPr>
            <p:ph type="title"/>
          </p:nvPr>
        </p:nvSpPr>
        <p:spPr>
          <a:xfrm>
            <a:off x="2380200" y="2150850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Hands On</a:t>
            </a:r>
            <a:endParaRPr sz="7000"/>
          </a:p>
        </p:txBody>
      </p:sp>
      <p:sp>
        <p:nvSpPr>
          <p:cNvPr id="617" name="Google Shape;617;p50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8" name="Google Shape;618;p50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619" name="Google Shape;619;p50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0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0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50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0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1"/>
          <p:cNvSpPr/>
          <p:nvPr/>
        </p:nvSpPr>
        <p:spPr>
          <a:xfrm>
            <a:off x="-1012075" y="3244475"/>
            <a:ext cx="4478400" cy="209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29" name="Google Shape;629;p51"/>
          <p:cNvSpPr txBox="1"/>
          <p:nvPr>
            <p:ph type="title"/>
          </p:nvPr>
        </p:nvSpPr>
        <p:spPr>
          <a:xfrm>
            <a:off x="941950" y="1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 On</a:t>
            </a:r>
            <a:endParaRPr/>
          </a:p>
        </p:txBody>
      </p:sp>
      <p:sp>
        <p:nvSpPr>
          <p:cNvPr id="630" name="Google Shape;630;p51"/>
          <p:cNvSpPr txBox="1"/>
          <p:nvPr>
            <p:ph idx="4" type="subTitle"/>
          </p:nvPr>
        </p:nvSpPr>
        <p:spPr>
          <a:xfrm>
            <a:off x="691550" y="693625"/>
            <a:ext cx="7407600" cy="4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lbert Sans"/>
              <a:buChar char="➔"/>
            </a:pPr>
            <a:r>
              <a:rPr b="1" lang="en" sz="1900">
                <a:latin typeface="Albert Sans"/>
                <a:ea typeface="Albert Sans"/>
                <a:cs typeface="Albert Sans"/>
                <a:sym typeface="Albert Sans"/>
              </a:rPr>
              <a:t>Create a new GET endpoint</a:t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-3492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lbert Sans"/>
              <a:buChar char="➔"/>
            </a:pPr>
            <a:r>
              <a:rPr b="1" lang="en" sz="1900">
                <a:latin typeface="Albert Sans"/>
                <a:ea typeface="Albert Sans"/>
                <a:cs typeface="Albert Sans"/>
                <a:sym typeface="Albert Sans"/>
              </a:rPr>
              <a:t>This endpoint should accept a name sent from the client</a:t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-3492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lbert Sans"/>
              <a:buChar char="➔"/>
            </a:pPr>
            <a:r>
              <a:rPr b="1" lang="en" sz="1900">
                <a:latin typeface="Albert Sans"/>
                <a:ea typeface="Albert Sans"/>
                <a:cs typeface="Albert Sans"/>
                <a:sym typeface="Albert Sans"/>
              </a:rPr>
              <a:t>The server should respond with a welcome message must include the name sent by the client</a:t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-3492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lbert Sans"/>
              <a:buChar char="➔"/>
            </a:pPr>
            <a:r>
              <a:rPr b="1" lang="en" sz="1900">
                <a:latin typeface="Albert Sans"/>
                <a:ea typeface="Albert Sans"/>
                <a:cs typeface="Albert Sans"/>
                <a:sym typeface="Albert Sans"/>
              </a:rPr>
              <a:t>Test Your Endpoint ,Use Postman or your browser</a:t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  <a:p>
            <a:pPr indent="-3492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lbert Sans"/>
              <a:buChar char="➔"/>
            </a:pPr>
            <a:r>
              <a:rPr b="1" lang="en" sz="1900">
                <a:latin typeface="Albert Sans"/>
                <a:ea typeface="Albert Sans"/>
                <a:cs typeface="Albert Sans"/>
                <a:sym typeface="Albert Sans"/>
              </a:rPr>
              <a:t>Try different names to make sure it works correctly</a:t>
            </a:r>
            <a:endParaRPr b="1" sz="19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2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36" name="Google Shape;636;p52"/>
          <p:cNvSpPr txBox="1"/>
          <p:nvPr>
            <p:ph idx="2" type="title"/>
          </p:nvPr>
        </p:nvSpPr>
        <p:spPr>
          <a:xfrm>
            <a:off x="1972932" y="1494100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7" name="Google Shape;637;p52"/>
          <p:cNvSpPr txBox="1"/>
          <p:nvPr>
            <p:ph idx="3" type="title"/>
          </p:nvPr>
        </p:nvSpPr>
        <p:spPr>
          <a:xfrm>
            <a:off x="3495132" y="3066216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3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638" name="Google Shape;638;p52"/>
          <p:cNvSpPr txBox="1"/>
          <p:nvPr>
            <p:ph idx="4" type="title"/>
          </p:nvPr>
        </p:nvSpPr>
        <p:spPr>
          <a:xfrm>
            <a:off x="2734932" y="2280158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9" name="Google Shape;639;p52"/>
          <p:cNvSpPr txBox="1"/>
          <p:nvPr>
            <p:ph idx="5" type="title"/>
          </p:nvPr>
        </p:nvSpPr>
        <p:spPr>
          <a:xfrm>
            <a:off x="4258932" y="3852275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4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640" name="Google Shape;640;p52"/>
          <p:cNvSpPr txBox="1"/>
          <p:nvPr>
            <p:ph idx="6" type="subTitle"/>
          </p:nvPr>
        </p:nvSpPr>
        <p:spPr>
          <a:xfrm>
            <a:off x="2756631" y="1490175"/>
            <a:ext cx="5546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&amp; Building server with Express</a:t>
            </a:r>
            <a:endParaRPr/>
          </a:p>
        </p:txBody>
      </p:sp>
      <p:sp>
        <p:nvSpPr>
          <p:cNvPr id="641" name="Google Shape;641;p52"/>
          <p:cNvSpPr txBox="1"/>
          <p:nvPr>
            <p:ph idx="7" type="subTitle"/>
          </p:nvPr>
        </p:nvSpPr>
        <p:spPr>
          <a:xfrm>
            <a:off x="3518625" y="2277500"/>
            <a:ext cx="42063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</a:t>
            </a: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Client Sends Data</a:t>
            </a:r>
            <a:endParaRPr/>
          </a:p>
        </p:txBody>
      </p:sp>
      <p:sp>
        <p:nvSpPr>
          <p:cNvPr id="642" name="Google Shape;642;p52"/>
          <p:cNvSpPr txBox="1"/>
          <p:nvPr>
            <p:ph idx="1" type="subTitle"/>
          </p:nvPr>
        </p:nvSpPr>
        <p:spPr>
          <a:xfrm>
            <a:off x="4280618" y="3064825"/>
            <a:ext cx="2834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Operations</a:t>
            </a:r>
            <a:endParaRPr/>
          </a:p>
        </p:txBody>
      </p:sp>
      <p:sp>
        <p:nvSpPr>
          <p:cNvPr id="643" name="Google Shape;643;p52"/>
          <p:cNvSpPr txBox="1"/>
          <p:nvPr>
            <p:ph idx="8" type="subTitle"/>
          </p:nvPr>
        </p:nvSpPr>
        <p:spPr>
          <a:xfrm>
            <a:off x="5042618" y="3852150"/>
            <a:ext cx="2835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Structure</a:t>
            </a:r>
            <a:endParaRPr/>
          </a:p>
        </p:txBody>
      </p:sp>
      <p:sp>
        <p:nvSpPr>
          <p:cNvPr id="644" name="Google Shape;644;p52"/>
          <p:cNvSpPr/>
          <p:nvPr/>
        </p:nvSpPr>
        <p:spPr>
          <a:xfrm>
            <a:off x="1972932" y="1948313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2"/>
          <p:cNvSpPr/>
          <p:nvPr/>
        </p:nvSpPr>
        <p:spPr>
          <a:xfrm>
            <a:off x="2734932" y="2732328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2"/>
          <p:cNvSpPr/>
          <p:nvPr/>
        </p:nvSpPr>
        <p:spPr>
          <a:xfrm>
            <a:off x="3496626" y="3516343"/>
            <a:ext cx="728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2"/>
          <p:cNvSpPr/>
          <p:nvPr/>
        </p:nvSpPr>
        <p:spPr>
          <a:xfrm>
            <a:off x="4258932" y="4300359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52"/>
          <p:cNvSpPr/>
          <p:nvPr/>
        </p:nvSpPr>
        <p:spPr>
          <a:xfrm>
            <a:off x="8066277" y="1159208"/>
            <a:ext cx="279300" cy="27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2"/>
          <p:cNvSpPr/>
          <p:nvPr/>
        </p:nvSpPr>
        <p:spPr>
          <a:xfrm>
            <a:off x="-8" y="3552720"/>
            <a:ext cx="1715969" cy="1210793"/>
          </a:xfrm>
          <a:custGeom>
            <a:rect b="b" l="l" r="r" t="t"/>
            <a:pathLst>
              <a:path extrusionOk="0" h="55471" w="78615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0" name="Google Shape;650;p52"/>
          <p:cNvCxnSpPr/>
          <p:nvPr/>
        </p:nvCxnSpPr>
        <p:spPr>
          <a:xfrm>
            <a:off x="1633300" y="1718975"/>
            <a:ext cx="6237600" cy="28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2"/>
          <p:cNvCxnSpPr/>
          <p:nvPr/>
        </p:nvCxnSpPr>
        <p:spPr>
          <a:xfrm>
            <a:off x="2144150" y="2510775"/>
            <a:ext cx="5108400" cy="510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3"/>
          <p:cNvSpPr txBox="1"/>
          <p:nvPr>
            <p:ph type="title"/>
          </p:nvPr>
        </p:nvSpPr>
        <p:spPr>
          <a:xfrm>
            <a:off x="1840550" y="2732125"/>
            <a:ext cx="5887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CRUD Operations</a:t>
            </a:r>
            <a:endParaRPr sz="5100"/>
          </a:p>
        </p:txBody>
      </p:sp>
      <p:sp>
        <p:nvSpPr>
          <p:cNvPr id="657" name="Google Shape;657;p53"/>
          <p:cNvSpPr txBox="1"/>
          <p:nvPr>
            <p:ph idx="2" type="title"/>
          </p:nvPr>
        </p:nvSpPr>
        <p:spPr>
          <a:xfrm>
            <a:off x="3966275" y="924200"/>
            <a:ext cx="1160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58" name="Google Shape;658;p53"/>
          <p:cNvSpPr/>
          <p:nvPr/>
        </p:nvSpPr>
        <p:spPr>
          <a:xfrm>
            <a:off x="3966275" y="1766000"/>
            <a:ext cx="11604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3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0" name="Google Shape;660;p53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661" name="Google Shape;661;p53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53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3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4" name="Google Shape;664;p53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3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4"/>
          <p:cNvSpPr txBox="1"/>
          <p:nvPr>
            <p:ph type="title"/>
          </p:nvPr>
        </p:nvSpPr>
        <p:spPr>
          <a:xfrm>
            <a:off x="1445250" y="236760"/>
            <a:ext cx="48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Operations</a:t>
            </a:r>
            <a:endParaRPr/>
          </a:p>
        </p:txBody>
      </p:sp>
      <p:sp>
        <p:nvSpPr>
          <p:cNvPr id="671" name="Google Shape;671;p54"/>
          <p:cNvSpPr txBox="1"/>
          <p:nvPr>
            <p:ph idx="1" type="subTitle"/>
          </p:nvPr>
        </p:nvSpPr>
        <p:spPr>
          <a:xfrm>
            <a:off x="658275" y="1161750"/>
            <a:ext cx="2310900" cy="26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500"/>
              <a:buChar char="★"/>
            </a:pPr>
            <a:r>
              <a:rPr lang="en" sz="2500"/>
              <a:t>Create</a:t>
            </a:r>
            <a:br>
              <a:rPr lang="en" sz="2500"/>
            </a:b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Char char="★"/>
            </a:pPr>
            <a:r>
              <a:rPr lang="en" sz="2500"/>
              <a:t>Read</a:t>
            </a:r>
            <a:br>
              <a:rPr lang="en" sz="2500"/>
            </a:b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Char char="★"/>
            </a:pPr>
            <a:r>
              <a:rPr lang="en" sz="2500"/>
              <a:t>Update</a:t>
            </a:r>
            <a:br>
              <a:rPr lang="en" sz="2500"/>
            </a:b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Char char="★"/>
            </a:pPr>
            <a:r>
              <a:rPr lang="en" sz="2500"/>
              <a:t>Delete</a:t>
            </a:r>
            <a:endParaRPr sz="2500"/>
          </a:p>
        </p:txBody>
      </p:sp>
      <p:grpSp>
        <p:nvGrpSpPr>
          <p:cNvPr id="672" name="Google Shape;672;p54"/>
          <p:cNvGrpSpPr/>
          <p:nvPr/>
        </p:nvGrpSpPr>
        <p:grpSpPr>
          <a:xfrm>
            <a:off x="-1175262" y="-429006"/>
            <a:ext cx="2620515" cy="2602088"/>
            <a:chOff x="-1175262" y="-429006"/>
            <a:chExt cx="2620515" cy="2602088"/>
          </a:xfrm>
        </p:grpSpPr>
        <p:sp>
          <p:nvSpPr>
            <p:cNvPr id="673" name="Google Shape;673;p54"/>
            <p:cNvSpPr/>
            <p:nvPr/>
          </p:nvSpPr>
          <p:spPr>
            <a:xfrm>
              <a:off x="-475336" y="-429006"/>
              <a:ext cx="1920589" cy="1044180"/>
            </a:xfrm>
            <a:custGeom>
              <a:rect b="b" l="l" r="r" t="t"/>
              <a:pathLst>
                <a:path extrusionOk="0" h="46940" w="86338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54"/>
            <p:cNvSpPr/>
            <p:nvPr/>
          </p:nvSpPr>
          <p:spPr>
            <a:xfrm rot="-648672">
              <a:off x="-1083571" y="839904"/>
              <a:ext cx="1599139" cy="1129641"/>
            </a:xfrm>
            <a:custGeom>
              <a:rect b="b" l="l" r="r" t="t"/>
              <a:pathLst>
                <a:path extrusionOk="0" h="51556" w="72982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54"/>
            <p:cNvSpPr/>
            <p:nvPr/>
          </p:nvSpPr>
          <p:spPr>
            <a:xfrm rot="733865">
              <a:off x="-180113" y="1448337"/>
              <a:ext cx="646703" cy="663775"/>
            </a:xfrm>
            <a:custGeom>
              <a:rect b="b" l="l" r="r" t="t"/>
              <a:pathLst>
                <a:path extrusionOk="0" h="8748" w="8523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4"/>
            <p:cNvSpPr/>
            <p:nvPr/>
          </p:nvSpPr>
          <p:spPr>
            <a:xfrm>
              <a:off x="573577" y="699946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54"/>
          <p:cNvSpPr/>
          <p:nvPr/>
        </p:nvSpPr>
        <p:spPr>
          <a:xfrm rot="6986443">
            <a:off x="7407955" y="3893913"/>
            <a:ext cx="606051" cy="745913"/>
          </a:xfrm>
          <a:custGeom>
            <a:rect b="b" l="l" r="r" t="t"/>
            <a:pathLst>
              <a:path extrusionOk="0" h="14773" w="12003">
                <a:moveTo>
                  <a:pt x="2808" y="1"/>
                </a:moveTo>
                <a:cubicBezTo>
                  <a:pt x="2045" y="1"/>
                  <a:pt x="1284" y="485"/>
                  <a:pt x="1016" y="1297"/>
                </a:cubicBezTo>
                <a:cubicBezTo>
                  <a:pt x="1" y="4271"/>
                  <a:pt x="358" y="7617"/>
                  <a:pt x="2146" y="10234"/>
                </a:cubicBezTo>
                <a:cubicBezTo>
                  <a:pt x="3089" y="11907"/>
                  <a:pt x="4519" y="13265"/>
                  <a:pt x="6435" y="14051"/>
                </a:cubicBezTo>
                <a:cubicBezTo>
                  <a:pt x="7451" y="14466"/>
                  <a:pt x="8523" y="14695"/>
                  <a:pt x="9524" y="14766"/>
                </a:cubicBezTo>
                <a:cubicBezTo>
                  <a:pt x="9575" y="14770"/>
                  <a:pt x="9625" y="14772"/>
                  <a:pt x="9674" y="14772"/>
                </a:cubicBezTo>
                <a:cubicBezTo>
                  <a:pt x="11091" y="14772"/>
                  <a:pt x="12002" y="13221"/>
                  <a:pt x="11311" y="11964"/>
                </a:cubicBezTo>
                <a:lnTo>
                  <a:pt x="11254" y="11964"/>
                </a:lnTo>
                <a:cubicBezTo>
                  <a:pt x="10954" y="11420"/>
                  <a:pt x="10425" y="11063"/>
                  <a:pt x="9824" y="11006"/>
                </a:cubicBezTo>
                <a:cubicBezTo>
                  <a:pt x="9653" y="11006"/>
                  <a:pt x="9524" y="11006"/>
                  <a:pt x="9410" y="10949"/>
                </a:cubicBezTo>
                <a:lnTo>
                  <a:pt x="9167" y="10949"/>
                </a:lnTo>
                <a:cubicBezTo>
                  <a:pt x="7737" y="10534"/>
                  <a:pt x="6493" y="9819"/>
                  <a:pt x="5592" y="8747"/>
                </a:cubicBezTo>
                <a:cubicBezTo>
                  <a:pt x="5477" y="8689"/>
                  <a:pt x="5420" y="8561"/>
                  <a:pt x="5363" y="8446"/>
                </a:cubicBezTo>
                <a:cubicBezTo>
                  <a:pt x="5234" y="8260"/>
                  <a:pt x="5120" y="8032"/>
                  <a:pt x="5063" y="7789"/>
                </a:cubicBezTo>
                <a:cubicBezTo>
                  <a:pt x="4405" y="6058"/>
                  <a:pt x="4462" y="4271"/>
                  <a:pt x="4877" y="2484"/>
                </a:cubicBezTo>
                <a:cubicBezTo>
                  <a:pt x="5006" y="1769"/>
                  <a:pt x="4762" y="1111"/>
                  <a:pt x="4233" y="639"/>
                </a:cubicBezTo>
                <a:cubicBezTo>
                  <a:pt x="4162" y="582"/>
                  <a:pt x="4105" y="525"/>
                  <a:pt x="3990" y="467"/>
                </a:cubicBezTo>
                <a:cubicBezTo>
                  <a:pt x="3650" y="148"/>
                  <a:pt x="3229" y="1"/>
                  <a:pt x="28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4"/>
          <p:cNvSpPr txBox="1"/>
          <p:nvPr/>
        </p:nvSpPr>
        <p:spPr>
          <a:xfrm>
            <a:off x="5062975" y="1324450"/>
            <a:ext cx="38328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lbert Sans"/>
              <a:buChar char="★"/>
            </a:pPr>
            <a:r>
              <a:rPr lang="en" sz="2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POST</a:t>
            </a:r>
            <a:br>
              <a:rPr lang="en" sz="2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2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lbert Sans"/>
              <a:buChar char="★"/>
            </a:pPr>
            <a:r>
              <a:rPr lang="en" sz="2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GET</a:t>
            </a:r>
            <a:br>
              <a:rPr lang="en" sz="2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2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lbert Sans"/>
              <a:buChar char="★"/>
            </a:pPr>
            <a:r>
              <a:rPr lang="en" sz="2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PUT</a:t>
            </a:r>
            <a:br>
              <a:rPr lang="en" sz="2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2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lbert Sans"/>
              <a:buChar char="★"/>
            </a:pPr>
            <a:r>
              <a:rPr lang="en" sz="25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DELETE</a:t>
            </a:r>
            <a:endParaRPr sz="25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679" name="Google Shape;679;p54"/>
          <p:cNvSpPr txBox="1"/>
          <p:nvPr/>
        </p:nvSpPr>
        <p:spPr>
          <a:xfrm>
            <a:off x="2680875" y="2459200"/>
            <a:ext cx="20427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7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Mapped to:</a:t>
            </a:r>
            <a:endParaRPr b="1" i="1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5"/>
          <p:cNvSpPr txBox="1"/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85" name="Google Shape;685;p55"/>
          <p:cNvSpPr txBox="1"/>
          <p:nvPr>
            <p:ph idx="2" type="title"/>
          </p:nvPr>
        </p:nvSpPr>
        <p:spPr>
          <a:xfrm>
            <a:off x="1972932" y="1494100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86" name="Google Shape;686;p55"/>
          <p:cNvSpPr txBox="1"/>
          <p:nvPr>
            <p:ph idx="3" type="title"/>
          </p:nvPr>
        </p:nvSpPr>
        <p:spPr>
          <a:xfrm>
            <a:off x="3495132" y="3066216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3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687" name="Google Shape;687;p55"/>
          <p:cNvSpPr txBox="1"/>
          <p:nvPr>
            <p:ph idx="4" type="title"/>
          </p:nvPr>
        </p:nvSpPr>
        <p:spPr>
          <a:xfrm>
            <a:off x="2734932" y="2280158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88" name="Google Shape;688;p55"/>
          <p:cNvSpPr txBox="1"/>
          <p:nvPr>
            <p:ph idx="5" type="title"/>
          </p:nvPr>
        </p:nvSpPr>
        <p:spPr>
          <a:xfrm>
            <a:off x="4258932" y="3852275"/>
            <a:ext cx="731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4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689" name="Google Shape;689;p55"/>
          <p:cNvSpPr txBox="1"/>
          <p:nvPr>
            <p:ph idx="6" type="subTitle"/>
          </p:nvPr>
        </p:nvSpPr>
        <p:spPr>
          <a:xfrm>
            <a:off x="2756631" y="1490175"/>
            <a:ext cx="5546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&amp; Building server with Express</a:t>
            </a:r>
            <a:endParaRPr/>
          </a:p>
        </p:txBody>
      </p:sp>
      <p:sp>
        <p:nvSpPr>
          <p:cNvPr id="690" name="Google Shape;690;p55"/>
          <p:cNvSpPr txBox="1"/>
          <p:nvPr>
            <p:ph idx="7" type="subTitle"/>
          </p:nvPr>
        </p:nvSpPr>
        <p:spPr>
          <a:xfrm>
            <a:off x="3518625" y="2277500"/>
            <a:ext cx="42063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</a:t>
            </a: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Client Sends Data</a:t>
            </a:r>
            <a:endParaRPr/>
          </a:p>
        </p:txBody>
      </p:sp>
      <p:sp>
        <p:nvSpPr>
          <p:cNvPr id="691" name="Google Shape;691;p55"/>
          <p:cNvSpPr txBox="1"/>
          <p:nvPr>
            <p:ph idx="1" type="subTitle"/>
          </p:nvPr>
        </p:nvSpPr>
        <p:spPr>
          <a:xfrm>
            <a:off x="4280618" y="3064825"/>
            <a:ext cx="28347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CRUD Operations</a:t>
            </a:r>
            <a:endParaRPr/>
          </a:p>
        </p:txBody>
      </p:sp>
      <p:sp>
        <p:nvSpPr>
          <p:cNvPr id="692" name="Google Shape;692;p55"/>
          <p:cNvSpPr txBox="1"/>
          <p:nvPr>
            <p:ph idx="8" type="subTitle"/>
          </p:nvPr>
        </p:nvSpPr>
        <p:spPr>
          <a:xfrm>
            <a:off x="5042618" y="3852150"/>
            <a:ext cx="2835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Structure</a:t>
            </a:r>
            <a:endParaRPr/>
          </a:p>
        </p:txBody>
      </p:sp>
      <p:sp>
        <p:nvSpPr>
          <p:cNvPr id="693" name="Google Shape;693;p55"/>
          <p:cNvSpPr/>
          <p:nvPr/>
        </p:nvSpPr>
        <p:spPr>
          <a:xfrm>
            <a:off x="1972932" y="1948313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5"/>
          <p:cNvSpPr/>
          <p:nvPr/>
        </p:nvSpPr>
        <p:spPr>
          <a:xfrm>
            <a:off x="2734932" y="2732328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/>
          <p:nvPr/>
        </p:nvSpPr>
        <p:spPr>
          <a:xfrm>
            <a:off x="3496626" y="3516343"/>
            <a:ext cx="728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5"/>
          <p:cNvSpPr/>
          <p:nvPr/>
        </p:nvSpPr>
        <p:spPr>
          <a:xfrm>
            <a:off x="4258932" y="4300359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5"/>
          <p:cNvSpPr/>
          <p:nvPr/>
        </p:nvSpPr>
        <p:spPr>
          <a:xfrm>
            <a:off x="8066277" y="1159208"/>
            <a:ext cx="279300" cy="27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5"/>
          <p:cNvSpPr/>
          <p:nvPr/>
        </p:nvSpPr>
        <p:spPr>
          <a:xfrm>
            <a:off x="-8" y="3552720"/>
            <a:ext cx="1715969" cy="1210793"/>
          </a:xfrm>
          <a:custGeom>
            <a:rect b="b" l="l" r="r" t="t"/>
            <a:pathLst>
              <a:path extrusionOk="0" h="55471" w="78615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9" name="Google Shape;699;p55"/>
          <p:cNvCxnSpPr/>
          <p:nvPr/>
        </p:nvCxnSpPr>
        <p:spPr>
          <a:xfrm>
            <a:off x="1633300" y="1718975"/>
            <a:ext cx="6237600" cy="28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55"/>
          <p:cNvCxnSpPr/>
          <p:nvPr/>
        </p:nvCxnSpPr>
        <p:spPr>
          <a:xfrm>
            <a:off x="2144150" y="2510775"/>
            <a:ext cx="5108400" cy="5100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55"/>
          <p:cNvCxnSpPr/>
          <p:nvPr/>
        </p:nvCxnSpPr>
        <p:spPr>
          <a:xfrm flipH="1" rot="10800000">
            <a:off x="3178600" y="3315400"/>
            <a:ext cx="4227300" cy="255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6"/>
          <p:cNvSpPr txBox="1"/>
          <p:nvPr>
            <p:ph type="title"/>
          </p:nvPr>
        </p:nvSpPr>
        <p:spPr>
          <a:xfrm>
            <a:off x="1840550" y="2732125"/>
            <a:ext cx="5887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Project Structure</a:t>
            </a:r>
            <a:endParaRPr sz="5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/>
          </a:p>
        </p:txBody>
      </p:sp>
      <p:sp>
        <p:nvSpPr>
          <p:cNvPr id="707" name="Google Shape;707;p56"/>
          <p:cNvSpPr txBox="1"/>
          <p:nvPr>
            <p:ph idx="2" type="title"/>
          </p:nvPr>
        </p:nvSpPr>
        <p:spPr>
          <a:xfrm>
            <a:off x="3628450" y="924200"/>
            <a:ext cx="1498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08" name="Google Shape;708;p56"/>
          <p:cNvSpPr/>
          <p:nvPr/>
        </p:nvSpPr>
        <p:spPr>
          <a:xfrm>
            <a:off x="3966275" y="1766000"/>
            <a:ext cx="11604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6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0" name="Google Shape;710;p56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711" name="Google Shape;711;p56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56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56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56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-1012075" y="3244475"/>
            <a:ext cx="4478400" cy="209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21" name="Google Shape;721;p57"/>
          <p:cNvSpPr txBox="1"/>
          <p:nvPr>
            <p:ph type="title"/>
          </p:nvPr>
        </p:nvSpPr>
        <p:spPr>
          <a:xfrm>
            <a:off x="941950" y="10"/>
            <a:ext cx="74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Project Structure</a:t>
            </a:r>
            <a:endParaRPr sz="2300"/>
          </a:p>
        </p:txBody>
      </p:sp>
      <p:sp>
        <p:nvSpPr>
          <p:cNvPr id="722" name="Google Shape;722;p57"/>
          <p:cNvSpPr txBox="1"/>
          <p:nvPr>
            <p:ph idx="4" type="subTitle"/>
          </p:nvPr>
        </p:nvSpPr>
        <p:spPr>
          <a:xfrm>
            <a:off x="691550" y="693625"/>
            <a:ext cx="7407600" cy="4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100">
                <a:latin typeface="Albert Sans"/>
                <a:ea typeface="Albert Sans"/>
                <a:cs typeface="Albert Sans"/>
                <a:sym typeface="Albert Sans"/>
              </a:rPr>
              <a:t>Why Structure Matters</a:t>
            </a:r>
            <a:endParaRPr sz="3100">
              <a:latin typeface="Albert Sans"/>
              <a:ea typeface="Albert Sans"/>
              <a:cs typeface="Albert Sans"/>
              <a:sym typeface="Albert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lbert Sans"/>
              <a:buChar char="❖"/>
            </a:pPr>
            <a:r>
              <a:rPr lang="en" sz="2200">
                <a:latin typeface="Albert Sans"/>
                <a:ea typeface="Albert Sans"/>
                <a:cs typeface="Albert Sans"/>
                <a:sym typeface="Albert Sans"/>
              </a:rPr>
              <a:t>Maintainability</a:t>
            </a:r>
            <a:endParaRPr sz="22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lbert Sans"/>
              <a:ea typeface="Albert Sans"/>
              <a:cs typeface="Albert Sans"/>
              <a:sym typeface="Albert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lbert Sans"/>
              <a:buChar char="❖"/>
            </a:pPr>
            <a:r>
              <a:rPr lang="en" sz="2200">
                <a:latin typeface="Albert Sans"/>
                <a:ea typeface="Albert Sans"/>
                <a:cs typeface="Albert Sans"/>
                <a:sym typeface="Albert Sans"/>
              </a:rPr>
              <a:t>Scalability</a:t>
            </a:r>
            <a:endParaRPr sz="22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lbert Sans"/>
              <a:ea typeface="Albert Sans"/>
              <a:cs typeface="Albert Sans"/>
              <a:sym typeface="Albert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lbert Sans"/>
              <a:buChar char="❖"/>
            </a:pPr>
            <a:r>
              <a:rPr lang="en" sz="2200">
                <a:latin typeface="Albert Sans"/>
                <a:ea typeface="Albert Sans"/>
                <a:cs typeface="Albert Sans"/>
                <a:sym typeface="Albert Sans"/>
              </a:rPr>
              <a:t>Collaboration</a:t>
            </a:r>
            <a:endParaRPr sz="22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Albert Sans"/>
              <a:ea typeface="Albert Sans"/>
              <a:cs typeface="Albert Sans"/>
              <a:sym typeface="Albert Sans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lbert Sans"/>
              <a:buChar char="❖"/>
            </a:pPr>
            <a:r>
              <a:rPr lang="en" sz="2200">
                <a:latin typeface="Albert Sans"/>
                <a:ea typeface="Albert Sans"/>
                <a:cs typeface="Albert Sans"/>
                <a:sym typeface="Albert Sans"/>
              </a:rPr>
              <a:t>Debugging &amp; Testing</a:t>
            </a:r>
            <a:endParaRPr sz="22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8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217" y="0"/>
            <a:ext cx="523645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9"/>
          <p:cNvSpPr txBox="1"/>
          <p:nvPr>
            <p:ph type="title"/>
          </p:nvPr>
        </p:nvSpPr>
        <p:spPr>
          <a:xfrm>
            <a:off x="2380200" y="2150850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Code with Me!</a:t>
            </a:r>
            <a:endParaRPr sz="7000"/>
          </a:p>
        </p:txBody>
      </p:sp>
      <p:sp>
        <p:nvSpPr>
          <p:cNvPr id="733" name="Google Shape;733;p59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59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735" name="Google Shape;735;p59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59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59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8" name="Google Shape;738;p59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9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0"/>
          <p:cNvSpPr txBox="1"/>
          <p:nvPr>
            <p:ph type="title"/>
          </p:nvPr>
        </p:nvSpPr>
        <p:spPr>
          <a:xfrm>
            <a:off x="2380200" y="2150850"/>
            <a:ext cx="438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Hands On</a:t>
            </a:r>
            <a:endParaRPr sz="7000"/>
          </a:p>
        </p:txBody>
      </p:sp>
      <p:sp>
        <p:nvSpPr>
          <p:cNvPr id="745" name="Google Shape;745;p60"/>
          <p:cNvSpPr/>
          <p:nvPr/>
        </p:nvSpPr>
        <p:spPr>
          <a:xfrm rot="-8100000">
            <a:off x="178501" y="2545446"/>
            <a:ext cx="1301206" cy="1844769"/>
          </a:xfrm>
          <a:custGeom>
            <a:rect b="b" l="l" r="r" t="t"/>
            <a:pathLst>
              <a:path extrusionOk="0" h="45654" w="32202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6" name="Google Shape;746;p60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747" name="Google Shape;747;p60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rect b="b" l="l" r="r" t="t"/>
              <a:pathLst>
                <a:path extrusionOk="0" h="50408" w="62612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0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0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rect b="b" l="l" r="r" t="t"/>
              <a:pathLst>
                <a:path extrusionOk="0" h="29370" w="22311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0" name="Google Shape;750;p60"/>
          <p:cNvSpPr/>
          <p:nvPr/>
        </p:nvSpPr>
        <p:spPr>
          <a:xfrm rot="-10381501">
            <a:off x="1659281" y="4126145"/>
            <a:ext cx="855547" cy="526643"/>
          </a:xfrm>
          <a:custGeom>
            <a:rect b="b" l="l" r="r" t="t"/>
            <a:pathLst>
              <a:path extrusionOk="0" h="6638" w="10783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0"/>
          <p:cNvSpPr/>
          <p:nvPr/>
        </p:nvSpPr>
        <p:spPr>
          <a:xfrm rot="-4011386">
            <a:off x="1194592" y="3226848"/>
            <a:ext cx="757387" cy="1158335"/>
          </a:xfrm>
          <a:custGeom>
            <a:rect b="b" l="l" r="r" t="t"/>
            <a:pathLst>
              <a:path extrusionOk="0" h="18218" w="11912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1"/>
          <p:cNvSpPr txBox="1"/>
          <p:nvPr>
            <p:ph type="title"/>
          </p:nvPr>
        </p:nvSpPr>
        <p:spPr>
          <a:xfrm>
            <a:off x="2347938" y="20424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757" name="Google Shape;757;p61"/>
          <p:cNvGrpSpPr/>
          <p:nvPr/>
        </p:nvGrpSpPr>
        <p:grpSpPr>
          <a:xfrm>
            <a:off x="6345593" y="-469338"/>
            <a:ext cx="3566788" cy="4024736"/>
            <a:chOff x="6345593" y="-469338"/>
            <a:chExt cx="3566788" cy="4024736"/>
          </a:xfrm>
        </p:grpSpPr>
        <p:sp>
          <p:nvSpPr>
            <p:cNvPr id="758" name="Google Shape;758;p61"/>
            <p:cNvSpPr/>
            <p:nvPr/>
          </p:nvSpPr>
          <p:spPr>
            <a:xfrm rot="-9544000">
              <a:off x="6532608" y="-214429"/>
              <a:ext cx="1677589" cy="1356790"/>
            </a:xfrm>
            <a:custGeom>
              <a:rect b="b" l="l" r="r" t="t"/>
              <a:pathLst>
                <a:path extrusionOk="0" h="39046" w="48278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1"/>
            <p:cNvSpPr/>
            <p:nvPr/>
          </p:nvSpPr>
          <p:spPr>
            <a:xfrm rot="-5816875">
              <a:off x="7944720" y="479290"/>
              <a:ext cx="685665" cy="1707315"/>
            </a:xfrm>
            <a:custGeom>
              <a:rect b="b" l="l" r="r" t="t"/>
              <a:pathLst>
                <a:path extrusionOk="0" h="46762" w="18776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1"/>
            <p:cNvSpPr/>
            <p:nvPr/>
          </p:nvSpPr>
          <p:spPr>
            <a:xfrm rot="-10116354">
              <a:off x="7826822" y="1986220"/>
              <a:ext cx="1967798" cy="1388485"/>
            </a:xfrm>
            <a:custGeom>
              <a:rect b="b" l="l" r="r" t="t"/>
              <a:pathLst>
                <a:path extrusionOk="0" h="55471" w="78615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1" name="Google Shape;761;p61"/>
          <p:cNvSpPr/>
          <p:nvPr/>
        </p:nvSpPr>
        <p:spPr>
          <a:xfrm>
            <a:off x="1965350" y="3404750"/>
            <a:ext cx="5300100" cy="94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quiggles Design Portfolio by Slidesgo">
  <a:themeElements>
    <a:clrScheme name="Simple Light">
      <a:dk1>
        <a:srgbClr val="363634"/>
      </a:dk1>
      <a:lt1>
        <a:srgbClr val="EEEEEE"/>
      </a:lt1>
      <a:dk2>
        <a:srgbClr val="1FB182"/>
      </a:dk2>
      <a:lt2>
        <a:srgbClr val="FF84A9"/>
      </a:lt2>
      <a:accent1>
        <a:srgbClr val="E9BF35"/>
      </a:accent1>
      <a:accent2>
        <a:srgbClr val="5DBBDB"/>
      </a:accent2>
      <a:accent3>
        <a:srgbClr val="FFFFFF"/>
      </a:accent3>
      <a:accent4>
        <a:srgbClr val="C2BCBC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